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6"/>
  </p:notesMasterIdLst>
  <p:sldIdLst>
    <p:sldId id="277" r:id="rId2"/>
    <p:sldId id="1997" r:id="rId3"/>
    <p:sldId id="1998" r:id="rId4"/>
    <p:sldId id="286" r:id="rId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ICC Profile" id="{7925A652-D02A-4F07-B4BA-109FEF573EC6}">
          <p14:sldIdLst>
            <p14:sldId id="1997"/>
            <p14:sldId id="1998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72606" autoAdjust="0"/>
  </p:normalViewPr>
  <p:slideViewPr>
    <p:cSldViewPr snapToGrid="0">
      <p:cViewPr varScale="1">
        <p:scale>
          <a:sx n="56" d="100"/>
          <a:sy n="56" d="100"/>
        </p:scale>
        <p:origin x="1925" y="5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7CC5-12D8-16D3-9253-45D955F6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823088-0DD2-55CA-4BEE-63925050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BECB207-5F1A-F34F-8FA9-CF58582A5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F3CA63-2998-B736-F517-4B82A1C74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6664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3AC-EB70-4A67-F417-8BC6D82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E62D90A-238F-15C1-A17C-8D898584815F}"/>
              </a:ext>
            </a:extLst>
          </p:cNvPr>
          <p:cNvSpPr txBox="1"/>
          <p:nvPr/>
        </p:nvSpPr>
        <p:spPr>
          <a:xfrm>
            <a:off x="520699" y="1369489"/>
            <a:ext cx="7669813" cy="440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實際流程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A46802AE-6441-4C36-D719-6F0C7C82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dirty="0"/>
              <a:t>PCS(Profile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96691D-0E63-96A8-06C3-40BD92D16B49}"/>
              </a:ext>
            </a:extLst>
          </p:cNvPr>
          <p:cNvSpPr/>
          <p:nvPr/>
        </p:nvSpPr>
        <p:spPr>
          <a:xfrm>
            <a:off x="818867" y="2156346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Device RGB</a:t>
            </a:r>
            <a:endParaRPr lang="zh-TW" altLang="en-US" sz="20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99A24E-5028-5D4A-D223-7433C160BC28}"/>
              </a:ext>
            </a:extLst>
          </p:cNvPr>
          <p:cNvSpPr/>
          <p:nvPr/>
        </p:nvSpPr>
        <p:spPr>
          <a:xfrm>
            <a:off x="4246730" y="2156346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Device Profile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7FD048-9844-D5F5-79C1-78326AF84161}"/>
              </a:ext>
            </a:extLst>
          </p:cNvPr>
          <p:cNvSpPr/>
          <p:nvPr/>
        </p:nvSpPr>
        <p:spPr>
          <a:xfrm>
            <a:off x="818867" y="4481497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Device RGB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AE6D19-C5AE-76A5-69B0-0B748849B999}"/>
              </a:ext>
            </a:extLst>
          </p:cNvPr>
          <p:cNvSpPr/>
          <p:nvPr/>
        </p:nvSpPr>
        <p:spPr>
          <a:xfrm>
            <a:off x="4246730" y="4481497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Device Profile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02BAEE-F1D2-BEA9-82BD-3CC9D2FBDA07}"/>
              </a:ext>
            </a:extLst>
          </p:cNvPr>
          <p:cNvSpPr/>
          <p:nvPr/>
        </p:nvSpPr>
        <p:spPr>
          <a:xfrm>
            <a:off x="7251512" y="3352145"/>
            <a:ext cx="2162272" cy="1132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PCS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XYZ/Lab 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BD354F0-AC29-3F7F-21BC-649A5C656B58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981139" y="2722728"/>
            <a:ext cx="1265591" cy="0"/>
          </a:xfrm>
          <a:prstGeom prst="straightConnector1">
            <a:avLst/>
          </a:prstGeom>
          <a:ln w="444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1C66148-B7CE-F63D-A1CA-8F52D14070C9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2981139" y="5047879"/>
            <a:ext cx="1265591" cy="0"/>
          </a:xfrm>
          <a:prstGeom prst="straightConnector1">
            <a:avLst/>
          </a:prstGeom>
          <a:ln w="444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A078D20F-E1A1-89E1-B06C-8361B263C03A}"/>
              </a:ext>
            </a:extLst>
          </p:cNvPr>
          <p:cNvCxnSpPr>
            <a:stCxn id="6" idx="3"/>
            <a:endCxn id="13" idx="0"/>
          </p:cNvCxnSpPr>
          <p:nvPr/>
        </p:nvCxnSpPr>
        <p:spPr>
          <a:xfrm>
            <a:off x="6409002" y="2722728"/>
            <a:ext cx="1923646" cy="629417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84FB698F-C81D-C384-B862-92390427F862}"/>
              </a:ext>
            </a:extLst>
          </p:cNvPr>
          <p:cNvCxnSpPr>
            <a:stCxn id="13" idx="2"/>
            <a:endCxn id="11" idx="3"/>
          </p:cNvCxnSpPr>
          <p:nvPr/>
        </p:nvCxnSpPr>
        <p:spPr>
          <a:xfrm rot="5400000">
            <a:off x="7089340" y="3804571"/>
            <a:ext cx="562970" cy="1923646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8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F17524D-2567-3815-714D-5B3931C4B306}"/>
              </a:ext>
            </a:extLst>
          </p:cNvPr>
          <p:cNvSpPr txBox="1"/>
          <p:nvPr/>
        </p:nvSpPr>
        <p:spPr>
          <a:xfrm>
            <a:off x="520699" y="1369489"/>
            <a:ext cx="7669813" cy="440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什麼是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Device Color Space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12256C4-A35A-439C-D194-BE22EDF7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dirty="0"/>
              <a:t>PCS(Profile Connection Space)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316389</TotalTime>
  <Words>65</Words>
  <Application>Microsoft Office PowerPoint</Application>
  <PresentationFormat>A4 紙張 (210x297 公釐)</PresentationFormat>
  <Paragraphs>18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Noto Sans Symbols</vt:lpstr>
      <vt:lpstr>Arial</vt:lpstr>
      <vt:lpstr>Times New Roman</vt:lpstr>
      <vt:lpstr>template</vt:lpstr>
      <vt:lpstr>Progress Report</vt:lpstr>
      <vt:lpstr>本次進度:PCS(Profile Connection Space)</vt:lpstr>
      <vt:lpstr>本次進度:PCS(Profile Connection Space)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sis ila</cp:lastModifiedBy>
  <cp:revision>2452</cp:revision>
  <dcterms:created xsi:type="dcterms:W3CDTF">2003-02-17T16:04:03Z</dcterms:created>
  <dcterms:modified xsi:type="dcterms:W3CDTF">2026-09-19T01:40:51Z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