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9"/>
  </p:notesMasterIdLst>
  <p:sldIdLst>
    <p:sldId id="277" r:id="rId2"/>
    <p:sldId id="1994" r:id="rId3"/>
    <p:sldId id="1998" r:id="rId4"/>
    <p:sldId id="2001" r:id="rId5"/>
    <p:sldId id="2008" r:id="rId6"/>
    <p:sldId id="2013" r:id="rId7"/>
    <p:sldId id="2019" r:id="rId8"/>
    <p:sldId id="2022" r:id="rId9"/>
    <p:sldId id="2024" r:id="rId10"/>
    <p:sldId id="2025" r:id="rId11"/>
    <p:sldId id="2026" r:id="rId12"/>
    <p:sldId id="2027" r:id="rId13"/>
    <p:sldId id="2028" r:id="rId14"/>
    <p:sldId id="2023" r:id="rId15"/>
    <p:sldId id="2029" r:id="rId16"/>
    <p:sldId id="2030" r:id="rId17"/>
    <p:sldId id="286" r:id="rId18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上次進度" id="{7189DFBE-4EEB-4F74-853B-C02E818AF80E}">
          <p14:sldIdLst>
            <p14:sldId id="1994"/>
            <p14:sldId id="1998"/>
            <p14:sldId id="2001"/>
            <p14:sldId id="2008"/>
            <p14:sldId id="2013"/>
          </p14:sldIdLst>
        </p14:section>
        <p14:section name="DisplayCAL" id="{FA8538CB-EEBB-42F8-BEE8-82DA04CEC9C1}">
          <p14:sldIdLst>
            <p14:sldId id="2019"/>
            <p14:sldId id="2022"/>
            <p14:sldId id="2024"/>
            <p14:sldId id="2025"/>
            <p14:sldId id="2026"/>
            <p14:sldId id="2027"/>
            <p14:sldId id="2028"/>
            <p14:sldId id="2023"/>
            <p14:sldId id="2029"/>
            <p14:sldId id="2030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00"/>
    <a:srgbClr val="00B050"/>
    <a:srgbClr val="0057C0"/>
    <a:srgbClr val="FFC000"/>
    <a:srgbClr val="FFFFFF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7CE84F3-28C3-443E-9E96-99CF82512B78}" styleName="深色樣式 1 - 輔色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中等深淺樣式 1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32" autoAdjust="0"/>
    <p:restoredTop sz="78908" autoAdjust="0"/>
  </p:normalViewPr>
  <p:slideViewPr>
    <p:cSldViewPr snapToGrid="0">
      <p:cViewPr varScale="1">
        <p:scale>
          <a:sx n="75" d="100"/>
          <a:sy n="75" d="100"/>
        </p:scale>
        <p:origin x="1892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home\ICC_&#26657;&#27491;&#36039;&#26009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home\ICC_&#26657;&#27491;&#36039;&#26009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home\ICC_&#26657;&#27491;&#36039;&#26009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home\ICC_&#26657;&#27491;&#36039;&#26009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Gamma1.8_6500</a:t>
            </a:r>
            <a:endParaRPr lang="zh-TW" altLang="en-US"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'Gamma 1.8  6500K'!$C$16</c:f>
              <c:strCache>
                <c:ptCount val="1"/>
                <c:pt idx="0">
                  <c:v>-10%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'Gamma 1.8  6500K'!$B$17:$B$272</c:f>
              <c:numCache>
                <c:formatCode>General</c:formatCode>
                <c:ptCount val="25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</c:numCache>
            </c:numRef>
          </c:cat>
          <c:val>
            <c:numRef>
              <c:f>'Gamma 1.8  6500K'!$C$17:$C$272</c:f>
              <c:numCache>
                <c:formatCode>0.00_ </c:formatCode>
                <c:ptCount val="256"/>
                <c:pt idx="0">
                  <c:v>1.197730655767261E-3</c:v>
                </c:pt>
                <c:pt idx="1">
                  <c:v>1.5475746568186998E-2</c:v>
                </c:pt>
                <c:pt idx="2">
                  <c:v>4.2754561990148696E-2</c:v>
                </c:pt>
                <c:pt idx="3">
                  <c:v>8.153528770354701E-2</c:v>
                </c:pt>
                <c:pt idx="4">
                  <c:v>0.13100003545277622</c:v>
                </c:pt>
                <c:pt idx="5">
                  <c:v>0.19059269890825287</c:v>
                </c:pt>
                <c:pt idx="6">
                  <c:v>0.25989639339860926</c:v>
                </c:pt>
                <c:pt idx="7">
                  <c:v>0.33858021193933502</c:v>
                </c:pt>
                <c:pt idx="8">
                  <c:v>0.42637134338484789</c:v>
                </c:pt>
                <c:pt idx="9">
                  <c:v>0.52303869714250018</c:v>
                </c:pt>
                <c:pt idx="10">
                  <c:v>0.62838249706602833</c:v>
                </c:pt>
                <c:pt idx="11">
                  <c:v>0.7422272744607743</c:v>
                </c:pt>
                <c:pt idx="12">
                  <c:v>0.86441693525709329</c:v>
                </c:pt>
                <c:pt idx="13">
                  <c:v>0.99481116249985335</c:v>
                </c:pt>
                <c:pt idx="14">
                  <c:v>1.1332827161075942</c:v>
                </c:pt>
                <c:pt idx="15">
                  <c:v>1.27971535708079</c:v>
                </c:pt>
                <c:pt idx="16">
                  <c:v>1.4340022192104398</c:v>
                </c:pt>
                <c:pt idx="17">
                  <c:v>1.5960445095486306</c:v>
                </c:pt>
                <c:pt idx="18">
                  <c:v>1.7657504556219963</c:v>
                </c:pt>
                <c:pt idx="19">
                  <c:v>1.9430344413000087</c:v>
                </c:pt>
                <c:pt idx="20">
                  <c:v>2.1278162892729036</c:v>
                </c:pt>
                <c:pt idx="21">
                  <c:v>2.3200206591175734</c:v>
                </c:pt>
                <c:pt idx="22">
                  <c:v>2.5195765376710106</c:v>
                </c:pt>
                <c:pt idx="23">
                  <c:v>2.7264168039731334</c:v>
                </c:pt>
                <c:pt idx="24">
                  <c:v>2.9404778550782975</c:v>
                </c:pt>
                <c:pt idx="25">
                  <c:v>3.1616992820218788</c:v>
                </c:pt>
                <c:pt idx="26">
                  <c:v>3.3900235874700471</c:v>
                </c:pt>
                <c:pt idx="27">
                  <c:v>3.6253959382846306</c:v>
                </c:pt>
                <c:pt idx="28">
                  <c:v>3.8677639475453223</c:v>
                </c:pt>
                <c:pt idx="29">
                  <c:v>4.1170774815902176</c:v>
                </c:pt>
                <c:pt idx="30">
                  <c:v>4.3732884884353016</c:v>
                </c:pt>
                <c:pt idx="31">
                  <c:v>4.6363508445672696</c:v>
                </c:pt>
                <c:pt idx="32">
                  <c:v>4.9062202176103993</c:v>
                </c:pt>
                <c:pt idx="33">
                  <c:v>5.1828539427759335</c:v>
                </c:pt>
                <c:pt idx="34">
                  <c:v>5.466210911333417</c:v>
                </c:pt>
                <c:pt idx="35">
                  <c:v>5.7562514696135993</c:v>
                </c:pt>
                <c:pt idx="36">
                  <c:v>6.0529373272748686</c:v>
                </c:pt>
                <c:pt idx="37">
                  <c:v>6.3562314737488537</c:v>
                </c:pt>
                <c:pt idx="38">
                  <c:v>6.6660981019338683</c:v>
                </c:pt>
                <c:pt idx="39">
                  <c:v>6.9825025383326143</c:v>
                </c:pt>
                <c:pt idx="40">
                  <c:v>7.3054111789381571</c:v>
                </c:pt>
                <c:pt idx="41">
                  <c:v>7.6347914302628119</c:v>
                </c:pt>
                <c:pt idx="42">
                  <c:v>7.970611654981707</c:v>
                </c:pt>
                <c:pt idx="43">
                  <c:v>8.3128411217282778</c:v>
                </c:pt>
                <c:pt idx="44">
                  <c:v>8.6614499586351279</c:v>
                </c:pt>
                <c:pt idx="45">
                  <c:v>9.0164091102617849</c:v>
                </c:pt>
                <c:pt idx="46">
                  <c:v>9.3776902975925669</c:v>
                </c:pt>
                <c:pt idx="47">
                  <c:v>9.7452659808234579</c:v>
                </c:pt>
                <c:pt idx="48">
                  <c:v>10.11910932468828</c:v>
                </c:pt>
                <c:pt idx="49">
                  <c:v>10.499194166101377</c:v>
                </c:pt>
                <c:pt idx="50">
                  <c:v>10.88549498391793</c:v>
                </c:pt>
                <c:pt idx="51">
                  <c:v>11.277986870633503</c:v>
                </c:pt>
                <c:pt idx="52">
                  <c:v>11.676645505862954</c:v>
                </c:pt>
                <c:pt idx="53">
                  <c:v>12.081447131454453</c:v>
                </c:pt>
                <c:pt idx="54">
                  <c:v>12.492368528109118</c:v>
                </c:pt>
                <c:pt idx="55">
                  <c:v>12.909386993388505</c:v>
                </c:pt>
                <c:pt idx="56">
                  <c:v>13.332480321004239</c:v>
                </c:pt>
                <c:pt idx="57">
                  <c:v>13.761626781293023</c:v>
                </c:pt>
                <c:pt idx="58">
                  <c:v>14.196805102789824</c:v>
                </c:pt>
                <c:pt idx="59">
                  <c:v>14.637994454819371</c:v>
                </c:pt>
                <c:pt idx="60">
                  <c:v>15.08517443103349</c:v>
                </c:pt>
                <c:pt idx="61">
                  <c:v>15.538325033827896</c:v>
                </c:pt>
                <c:pt idx="62">
                  <c:v>15.997426659577723</c:v>
                </c:pt>
                <c:pt idx="63">
                  <c:v>16.462460084636355</c:v>
                </c:pt>
                <c:pt idx="64">
                  <c:v>16.933406452046555</c:v>
                </c:pt>
                <c:pt idx="65">
                  <c:v>17.410247258916968</c:v>
                </c:pt>
                <c:pt idx="66">
                  <c:v>17.892964344421067</c:v>
                </c:pt>
                <c:pt idx="67">
                  <c:v>18.381539878378895</c:v>
                </c:pt>
                <c:pt idx="68">
                  <c:v>18.875956350384836</c:v>
                </c:pt>
                <c:pt idx="69">
                  <c:v>19.376196559447774</c:v>
                </c:pt>
                <c:pt idx="70">
                  <c:v>19.882243604112436</c:v>
                </c:pt>
                <c:pt idx="71">
                  <c:v>20.394080873032895</c:v>
                </c:pt>
                <c:pt idx="72">
                  <c:v>20.911692035971576</c:v>
                </c:pt>
                <c:pt idx="73">
                  <c:v>21.435061035198714</c:v>
                </c:pt>
                <c:pt idx="74">
                  <c:v>21.964172077269463</c:v>
                </c:pt>
                <c:pt idx="75">
                  <c:v>22.499009625156926</c:v>
                </c:pt>
                <c:pt idx="76">
                  <c:v>23.039558390721371</c:v>
                </c:pt>
                <c:pt idx="77">
                  <c:v>23.585803327496841</c:v>
                </c:pt>
                <c:pt idx="78">
                  <c:v>24.13772962377795</c:v>
                </c:pt>
                <c:pt idx="79">
                  <c:v>24.695322695990715</c:v>
                </c:pt>
                <c:pt idx="80">
                  <c:v>25.258568182332041</c:v>
                </c:pt>
                <c:pt idx="81">
                  <c:v>25.82745193666419</c:v>
                </c:pt>
                <c:pt idx="82">
                  <c:v>26.401960022650449</c:v>
                </c:pt>
                <c:pt idx="83">
                  <c:v>26.982078708120198</c:v>
                </c:pt>
                <c:pt idx="84">
                  <c:v>27.567794459651232</c:v>
                </c:pt>
                <c:pt idx="85">
                  <c:v>28.159093937358868</c:v>
                </c:pt>
                <c:pt idx="86">
                  <c:v>28.755963989881316</c:v>
                </c:pt>
                <c:pt idx="87">
                  <c:v>29.358391649552019</c:v>
                </c:pt>
                <c:pt idx="88">
                  <c:v>29.966364127749511</c:v>
                </c:pt>
                <c:pt idx="89">
                  <c:v>30.579868810416794</c:v>
                </c:pt>
                <c:pt idx="90">
                  <c:v>31.19889325374178</c:v>
                </c:pt>
                <c:pt idx="91">
                  <c:v>31.823425179991659</c:v>
                </c:pt>
                <c:pt idx="92">
                  <c:v>32.453452473493748</c:v>
                </c:pt>
                <c:pt idx="93">
                  <c:v>33.088963176756351</c:v>
                </c:pt>
                <c:pt idx="94">
                  <c:v>33.729945486723253</c:v>
                </c:pt>
                <c:pt idx="95">
                  <c:v>34.376387751155718</c:v>
                </c:pt>
                <c:pt idx="96">
                  <c:v>35.028278465136708</c:v>
                </c:pt>
                <c:pt idx="97">
                  <c:v>35.68560626769149</c:v>
                </c:pt>
                <c:pt idx="98">
                  <c:v>36.348359938519977</c:v>
                </c:pt>
                <c:pt idx="99">
                  <c:v>37.016528394835831</c:v>
                </c:pt>
                <c:pt idx="100">
                  <c:v>37.690100688307851</c:v>
                </c:pt>
                <c:pt idx="101">
                  <c:v>38.369066002099331</c:v>
                </c:pt>
                <c:pt idx="102">
                  <c:v>39.053413648001168</c:v>
                </c:pt>
                <c:pt idx="103">
                  <c:v>39.743133063655279</c:v>
                </c:pt>
                <c:pt idx="104">
                  <c:v>40.438213809864109</c:v>
                </c:pt>
                <c:pt idx="105">
                  <c:v>41.138645567983026</c:v>
                </c:pt>
                <c:pt idx="106">
                  <c:v>41.844418137392402</c:v>
                </c:pt>
                <c:pt idx="107">
                  <c:v>42.555521433045911</c:v>
                </c:pt>
                <c:pt idx="108">
                  <c:v>43.271945483092296</c:v>
                </c:pt>
                <c:pt idx="109">
                  <c:v>43.993680426567671</c:v>
                </c:pt>
                <c:pt idx="110">
                  <c:v>44.720716511155565</c:v>
                </c:pt>
                <c:pt idx="111">
                  <c:v>45.453044091012238</c:v>
                </c:pt>
                <c:pt idx="112">
                  <c:v>46.190653624654722</c:v>
                </c:pt>
                <c:pt idx="113">
                  <c:v>46.933535672909223</c:v>
                </c:pt>
                <c:pt idx="114">
                  <c:v>47.681680896917754</c:v>
                </c:pt>
                <c:pt idx="115">
                  <c:v>48.435080056200668</c:v>
                </c:pt>
                <c:pt idx="116">
                  <c:v>49.19372400677323</c:v>
                </c:pt>
                <c:pt idx="117">
                  <c:v>49.95760369931407</c:v>
                </c:pt>
                <c:pt idx="118">
                  <c:v>50.726710177383957</c:v>
                </c:pt>
                <c:pt idx="119">
                  <c:v>51.501034575692664</c:v>
                </c:pt>
                <c:pt idx="120">
                  <c:v>52.280568118412745</c:v>
                </c:pt>
                <c:pt idx="121">
                  <c:v>53.065302117538067</c:v>
                </c:pt>
                <c:pt idx="122">
                  <c:v>53.855227971285998</c:v>
                </c:pt>
                <c:pt idx="123">
                  <c:v>54.650337162541298</c:v>
                </c:pt>
                <c:pt idx="124">
                  <c:v>55.450621257340821</c:v>
                </c:pt>
                <c:pt idx="125">
                  <c:v>56.256071903397071</c:v>
                </c:pt>
                <c:pt idx="126">
                  <c:v>57.066680828659699</c:v>
                </c:pt>
                <c:pt idx="127">
                  <c:v>57.882439839913673</c:v>
                </c:pt>
                <c:pt idx="128">
                  <c:v>58.703340821412517</c:v>
                </c:pt>
                <c:pt idx="129">
                  <c:v>59.529375733546075</c:v>
                </c:pt>
                <c:pt idx="130">
                  <c:v>60.360536611541029</c:v>
                </c:pt>
                <c:pt idx="131">
                  <c:v>61.196815564193699</c:v>
                </c:pt>
                <c:pt idx="132">
                  <c:v>62.03820477263357</c:v>
                </c:pt>
                <c:pt idx="133">
                  <c:v>62.884696489117061</c:v>
                </c:pt>
                <c:pt idx="134">
                  <c:v>63.736283035850128</c:v>
                </c:pt>
                <c:pt idx="135">
                  <c:v>64.592956803839158</c:v>
                </c:pt>
                <c:pt idx="136">
                  <c:v>65.454710251768915</c:v>
                </c:pt>
                <c:pt idx="137">
                  <c:v>66.321535904907293</c:v>
                </c:pt>
                <c:pt idx="138">
                  <c:v>67.193426354035068</c:v>
                </c:pt>
                <c:pt idx="139">
                  <c:v>68.070374254401216</c:v>
                </c:pt>
                <c:pt idx="140">
                  <c:v>68.952372324701514</c:v>
                </c:pt>
                <c:pt idx="141">
                  <c:v>69.839413346081272</c:v>
                </c:pt>
                <c:pt idx="142">
                  <c:v>70.731490161160067</c:v>
                </c:pt>
                <c:pt idx="143">
                  <c:v>71.628595673078834</c:v>
                </c:pt>
                <c:pt idx="144">
                  <c:v>72.530722844568189</c:v>
                </c:pt>
                <c:pt idx="145">
                  <c:v>73.437864697037568</c:v>
                </c:pt>
                <c:pt idx="146">
                  <c:v>74.350014309684283</c:v>
                </c:pt>
                <c:pt idx="147">
                  <c:v>75.267164818622206</c:v>
                </c:pt>
                <c:pt idx="148">
                  <c:v>76.189309416029573</c:v>
                </c:pt>
                <c:pt idx="149">
                  <c:v>77.116441349315053</c:v>
                </c:pt>
                <c:pt idx="150">
                  <c:v>78.0485539203017</c:v>
                </c:pt>
                <c:pt idx="151">
                  <c:v>78.985640484428529</c:v>
                </c:pt>
                <c:pt idx="152">
                  <c:v>79.927694449968868</c:v>
                </c:pt>
                <c:pt idx="153">
                  <c:v>80.874709277265197</c:v>
                </c:pt>
                <c:pt idx="154">
                  <c:v>81.826678477980039</c:v>
                </c:pt>
                <c:pt idx="155">
                  <c:v>82.783595614362397</c:v>
                </c:pt>
                <c:pt idx="156">
                  <c:v>83.745454298529296</c:v>
                </c:pt>
                <c:pt idx="157">
                  <c:v>84.712248191762299</c:v>
                </c:pt>
                <c:pt idx="158">
                  <c:v>85.683971003817973</c:v>
                </c:pt>
                <c:pt idx="159">
                  <c:v>86.660616492252615</c:v>
                </c:pt>
                <c:pt idx="160">
                  <c:v>87.642178461760636</c:v>
                </c:pt>
                <c:pt idx="161">
                  <c:v>88.628650763525968</c:v>
                </c:pt>
                <c:pt idx="162">
                  <c:v>89.620027294586393</c:v>
                </c:pt>
                <c:pt idx="163">
                  <c:v>90.616301997210613</c:v>
                </c:pt>
                <c:pt idx="164">
                  <c:v>91.617468858287481</c:v>
                </c:pt>
                <c:pt idx="165">
                  <c:v>92.623521908726929</c:v>
                </c:pt>
                <c:pt idx="166">
                  <c:v>93.63445522287293</c:v>
                </c:pt>
                <c:pt idx="167">
                  <c:v>94.650262917927378</c:v>
                </c:pt>
                <c:pt idx="168">
                  <c:v>95.67093915338539</c:v>
                </c:pt>
                <c:pt idx="169">
                  <c:v>96.69647813048104</c:v>
                </c:pt>
                <c:pt idx="170">
                  <c:v>97.726874091643793</c:v>
                </c:pt>
                <c:pt idx="171">
                  <c:v>98.762121319965047</c:v>
                </c:pt>
                <c:pt idx="172">
                  <c:v>99.802214138674884</c:v>
                </c:pt>
                <c:pt idx="173">
                  <c:v>100.84714691062827</c:v>
                </c:pt>
                <c:pt idx="174">
                  <c:v>101.89691403780093</c:v>
                </c:pt>
                <c:pt idx="175">
                  <c:v>102.95150996079447</c:v>
                </c:pt>
                <c:pt idx="176">
                  <c:v>104.01092915835066</c:v>
                </c:pt>
                <c:pt idx="177">
                  <c:v>105.07516614687431</c:v>
                </c:pt>
                <c:pt idx="178">
                  <c:v>106.14421547996494</c:v>
                </c:pt>
                <c:pt idx="179">
                  <c:v>107.21807174795696</c:v>
                </c:pt>
                <c:pt idx="180">
                  <c:v>108.2967295774678</c:v>
                </c:pt>
                <c:pt idx="181">
                  <c:v>109.38018363095435</c:v>
                </c:pt>
                <c:pt idx="182">
                  <c:v>110.46842860627717</c:v>
                </c:pt>
                <c:pt idx="183">
                  <c:v>111.56145923627211</c:v>
                </c:pt>
                <c:pt idx="184">
                  <c:v>112.65927028832994</c:v>
                </c:pt>
                <c:pt idx="185">
                  <c:v>113.76185656398273</c:v>
                </c:pt>
                <c:pt idx="186">
                  <c:v>114.86921289849791</c:v>
                </c:pt>
                <c:pt idx="187">
                  <c:v>115.98133416047892</c:v>
                </c:pt>
                <c:pt idx="188">
                  <c:v>117.09821525147275</c:v>
                </c:pt>
                <c:pt idx="189">
                  <c:v>118.21985110558451</c:v>
                </c:pt>
                <c:pt idx="190">
                  <c:v>119.34623668909808</c:v>
                </c:pt>
                <c:pt idx="191">
                  <c:v>120.47736700010327</c:v>
                </c:pt>
                <c:pt idx="192">
                  <c:v>121.61323706812964</c:v>
                </c:pt>
                <c:pt idx="193">
                  <c:v>122.75384195378577</c:v>
                </c:pt>
                <c:pt idx="194">
                  <c:v>123.8991767484049</c:v>
                </c:pt>
                <c:pt idx="195">
                  <c:v>125.04923657369649</c:v>
                </c:pt>
                <c:pt idx="196">
                  <c:v>126.20401658140322</c:v>
                </c:pt>
                <c:pt idx="197">
                  <c:v>127.36351195296386</c:v>
                </c:pt>
                <c:pt idx="198">
                  <c:v>128.52771789918128</c:v>
                </c:pt>
                <c:pt idx="199">
                  <c:v>129.69662965989627</c:v>
                </c:pt>
                <c:pt idx="200">
                  <c:v>130.8702425036663</c:v>
                </c:pt>
                <c:pt idx="201">
                  <c:v>132.04855172744945</c:v>
                </c:pt>
                <c:pt idx="202">
                  <c:v>133.2315526562935</c:v>
                </c:pt>
                <c:pt idx="203">
                  <c:v>134.41924064302978</c:v>
                </c:pt>
                <c:pt idx="204">
                  <c:v>135.61161106797209</c:v>
                </c:pt>
                <c:pt idx="205">
                  <c:v>136.80865933862003</c:v>
                </c:pt>
                <c:pt idx="206">
                  <c:v>138.0103808893673</c:v>
                </c:pt>
                <c:pt idx="207">
                  <c:v>139.21677118121409</c:v>
                </c:pt>
                <c:pt idx="208">
                  <c:v>140.42782570148452</c:v>
                </c:pt>
                <c:pt idx="209">
                  <c:v>141.64353996354788</c:v>
                </c:pt>
                <c:pt idx="210">
                  <c:v>142.86390950654445</c:v>
                </c:pt>
                <c:pt idx="211">
                  <c:v>144.08892989511537</c:v>
                </c:pt>
                <c:pt idx="212">
                  <c:v>145.31859671913662</c:v>
                </c:pt>
                <c:pt idx="213">
                  <c:v>146.55290559345713</c:v>
                </c:pt>
                <c:pt idx="214">
                  <c:v>147.79185215764073</c:v>
                </c:pt>
                <c:pt idx="215">
                  <c:v>149.03543207571178</c:v>
                </c:pt>
                <c:pt idx="216">
                  <c:v>150.28364103590508</c:v>
                </c:pt>
                <c:pt idx="217">
                  <c:v>151.53647475041893</c:v>
                </c:pt>
                <c:pt idx="218">
                  <c:v>152.79392895517222</c:v>
                </c:pt>
                <c:pt idx="219">
                  <c:v>154.055999409565</c:v>
                </c:pt>
                <c:pt idx="220">
                  <c:v>155.3226818962423</c:v>
                </c:pt>
                <c:pt idx="221">
                  <c:v>156.59397222086179</c:v>
                </c:pt>
                <c:pt idx="222">
                  <c:v>157.86986621186452</c:v>
                </c:pt>
                <c:pt idx="223">
                  <c:v>159.15035972024907</c:v>
                </c:pt>
                <c:pt idx="224">
                  <c:v>160.43544861934885</c:v>
                </c:pt>
                <c:pt idx="225">
                  <c:v>161.72512880461286</c:v>
                </c:pt>
                <c:pt idx="226">
                  <c:v>163.01939619338913</c:v>
                </c:pt>
                <c:pt idx="227">
                  <c:v>164.31824672471157</c:v>
                </c:pt>
                <c:pt idx="228">
                  <c:v>165.62167635908978</c:v>
                </c:pt>
                <c:pt idx="229">
                  <c:v>166.92968107830166</c:v>
                </c:pt>
                <c:pt idx="230">
                  <c:v>168.24225688518897</c:v>
                </c:pt>
                <c:pt idx="231">
                  <c:v>169.5593998034559</c:v>
                </c:pt>
                <c:pt idx="232">
                  <c:v>170.88110587747025</c:v>
                </c:pt>
                <c:pt idx="233">
                  <c:v>172.20737117206741</c:v>
                </c:pt>
                <c:pt idx="234">
                  <c:v>173.53819177235695</c:v>
                </c:pt>
                <c:pt idx="235">
                  <c:v>174.87356378353221</c:v>
                </c:pt>
                <c:pt idx="236">
                  <c:v>176.21348333068178</c:v>
                </c:pt>
                <c:pt idx="237">
                  <c:v>177.55794655860441</c:v>
                </c:pt>
                <c:pt idx="238">
                  <c:v>178.90694963162571</c:v>
                </c:pt>
                <c:pt idx="239">
                  <c:v>180.26048873341759</c:v>
                </c:pt>
                <c:pt idx="240">
                  <c:v>181.61856006682027</c:v>
                </c:pt>
                <c:pt idx="241">
                  <c:v>182.98115985366641</c:v>
                </c:pt>
                <c:pt idx="242">
                  <c:v>184.34828433460765</c:v>
                </c:pt>
                <c:pt idx="243">
                  <c:v>185.71992976894359</c:v>
                </c:pt>
                <c:pt idx="244">
                  <c:v>187.0960924344526</c:v>
                </c:pt>
                <c:pt idx="245">
                  <c:v>188.47676862722562</c:v>
                </c:pt>
                <c:pt idx="246">
                  <c:v>189.8619546615013</c:v>
                </c:pt>
                <c:pt idx="247">
                  <c:v>191.2516468695037</c:v>
                </c:pt>
                <c:pt idx="248">
                  <c:v>192.64584160128214</c:v>
                </c:pt>
                <c:pt idx="249">
                  <c:v>194.04453522455302</c:v>
                </c:pt>
                <c:pt idx="250">
                  <c:v>195.44772412454353</c:v>
                </c:pt>
                <c:pt idx="251">
                  <c:v>196.85540470383771</c:v>
                </c:pt>
                <c:pt idx="252">
                  <c:v>198.26757338222404</c:v>
                </c:pt>
                <c:pt idx="253">
                  <c:v>199.68422659654539</c:v>
                </c:pt>
                <c:pt idx="254">
                  <c:v>201.10536080055067</c:v>
                </c:pt>
                <c:pt idx="255">
                  <c:v>202.077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20-4D82-A57E-CFA7E2847B60}"/>
            </c:ext>
          </c:extLst>
        </c:ser>
        <c:ser>
          <c:idx val="1"/>
          <c:order val="1"/>
          <c:tx>
            <c:strRef>
              <c:f>'Gamma 1.8  6500K'!$D$16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'Gamma 1.8  6500K'!$B$17:$B$272</c:f>
              <c:numCache>
                <c:formatCode>General</c:formatCode>
                <c:ptCount val="25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</c:numCache>
            </c:numRef>
          </c:cat>
          <c:val>
            <c:numRef>
              <c:f>'Gamma 1.8  6500K'!$D$17:$D$272</c:f>
              <c:numCache>
                <c:formatCode>0.00_ </c:formatCode>
                <c:ptCount val="256"/>
                <c:pt idx="0">
                  <c:v>1.3308118397414011E-3</c:v>
                </c:pt>
                <c:pt idx="1">
                  <c:v>1.719527396465222E-2</c:v>
                </c:pt>
                <c:pt idx="2">
                  <c:v>4.7505068877942994E-2</c:v>
                </c:pt>
                <c:pt idx="3">
                  <c:v>9.0594764115052226E-2</c:v>
                </c:pt>
                <c:pt idx="4">
                  <c:v>0.14555559494752912</c:v>
                </c:pt>
                <c:pt idx="5">
                  <c:v>0.21176966545361431</c:v>
                </c:pt>
                <c:pt idx="6">
                  <c:v>0.28877377044289915</c:v>
                </c:pt>
                <c:pt idx="7">
                  <c:v>0.37620023548815001</c:v>
                </c:pt>
                <c:pt idx="8">
                  <c:v>0.47374593709427543</c:v>
                </c:pt>
                <c:pt idx="9">
                  <c:v>0.58115410793611133</c:v>
                </c:pt>
                <c:pt idx="10">
                  <c:v>0.69820277451780921</c:v>
                </c:pt>
                <c:pt idx="11">
                  <c:v>0.82469697162308253</c:v>
                </c:pt>
                <c:pt idx="12">
                  <c:v>0.9604632613967703</c:v>
                </c:pt>
                <c:pt idx="13">
                  <c:v>1.1053457361109482</c:v>
                </c:pt>
                <c:pt idx="14">
                  <c:v>1.259203017897327</c:v>
                </c:pt>
                <c:pt idx="15">
                  <c:v>1.4219059523119888</c:v>
                </c:pt>
                <c:pt idx="16">
                  <c:v>1.5933357991227108</c:v>
                </c:pt>
                <c:pt idx="17">
                  <c:v>1.7733827883873674</c:v>
                </c:pt>
                <c:pt idx="18">
                  <c:v>1.9619449506911069</c:v>
                </c:pt>
                <c:pt idx="19">
                  <c:v>2.1589271570000097</c:v>
                </c:pt>
                <c:pt idx="20">
                  <c:v>2.3642403214143375</c:v>
                </c:pt>
                <c:pt idx="21">
                  <c:v>2.5778007323528596</c:v>
                </c:pt>
                <c:pt idx="22">
                  <c:v>2.7995294863011231</c:v>
                </c:pt>
                <c:pt idx="23">
                  <c:v>3.0293520044145925</c:v>
                </c:pt>
                <c:pt idx="24">
                  <c:v>3.267197616753664</c:v>
                </c:pt>
                <c:pt idx="25">
                  <c:v>3.5129992022465322</c:v>
                </c:pt>
                <c:pt idx="26">
                  <c:v>3.766692874966719</c:v>
                </c:pt>
                <c:pt idx="27">
                  <c:v>4.028217709205145</c:v>
                </c:pt>
                <c:pt idx="28">
                  <c:v>4.2975154972725802</c:v>
                </c:pt>
                <c:pt idx="29">
                  <c:v>4.5745305351002417</c:v>
                </c:pt>
                <c:pt idx="30">
                  <c:v>4.8592094315947794</c:v>
                </c:pt>
                <c:pt idx="31">
                  <c:v>5.1515009384080779</c:v>
                </c:pt>
                <c:pt idx="32">
                  <c:v>5.4513557973448883</c:v>
                </c:pt>
                <c:pt idx="33">
                  <c:v>5.7587266030843702</c:v>
                </c:pt>
                <c:pt idx="34">
                  <c:v>6.0735676792593525</c:v>
                </c:pt>
                <c:pt idx="35">
                  <c:v>6.3958349662373326</c:v>
                </c:pt>
                <c:pt idx="36">
                  <c:v>6.7254859191942984</c:v>
                </c:pt>
                <c:pt idx="37">
                  <c:v>7.0624794152765045</c:v>
                </c:pt>
                <c:pt idx="38">
                  <c:v>7.4067756688154089</c:v>
                </c:pt>
                <c:pt idx="39">
                  <c:v>7.7583361537029045</c:v>
                </c:pt>
                <c:pt idx="40">
                  <c:v>8.1171235321535082</c:v>
                </c:pt>
                <c:pt idx="41">
                  <c:v>8.4831015891809027</c:v>
                </c:pt>
                <c:pt idx="42">
                  <c:v>8.856235172201897</c:v>
                </c:pt>
                <c:pt idx="43">
                  <c:v>9.2364901352536428</c:v>
                </c:pt>
                <c:pt idx="44">
                  <c:v>9.6238332873723653</c:v>
                </c:pt>
                <c:pt idx="45">
                  <c:v>10.018232344735317</c:v>
                </c:pt>
                <c:pt idx="46">
                  <c:v>10.419655886213963</c:v>
                </c:pt>
                <c:pt idx="47">
                  <c:v>10.828073312026063</c:v>
                </c:pt>
                <c:pt idx="48">
                  <c:v>11.2434548052092</c:v>
                </c:pt>
                <c:pt idx="49">
                  <c:v>11.665771295668197</c:v>
                </c:pt>
                <c:pt idx="50">
                  <c:v>12.094994426575477</c:v>
                </c:pt>
                <c:pt idx="51">
                  <c:v>12.531096522926115</c:v>
                </c:pt>
                <c:pt idx="52">
                  <c:v>12.974050562069948</c:v>
                </c:pt>
                <c:pt idx="53">
                  <c:v>13.423830146060505</c:v>
                </c:pt>
                <c:pt idx="54">
                  <c:v>13.880409475676798</c:v>
                </c:pt>
                <c:pt idx="55">
                  <c:v>14.343763325987229</c:v>
                </c:pt>
                <c:pt idx="56">
                  <c:v>14.813867023338043</c:v>
                </c:pt>
                <c:pt idx="57">
                  <c:v>15.290696423658915</c:v>
                </c:pt>
                <c:pt idx="58">
                  <c:v>15.774227891988692</c:v>
                </c:pt>
                <c:pt idx="59">
                  <c:v>16.264438283132634</c:v>
                </c:pt>
                <c:pt idx="60">
                  <c:v>16.761304923370545</c:v>
                </c:pt>
                <c:pt idx="61">
                  <c:v>17.264805593142107</c:v>
                </c:pt>
                <c:pt idx="62">
                  <c:v>17.774918510641914</c:v>
                </c:pt>
                <c:pt idx="63">
                  <c:v>18.291622316262615</c:v>
                </c:pt>
                <c:pt idx="64">
                  <c:v>18.814896057829504</c:v>
                </c:pt>
                <c:pt idx="65">
                  <c:v>19.344719176574408</c:v>
                </c:pt>
                <c:pt idx="66">
                  <c:v>19.881071493801187</c:v>
                </c:pt>
                <c:pt idx="67">
                  <c:v>20.423933198198771</c:v>
                </c:pt>
                <c:pt idx="68">
                  <c:v>20.973284833760928</c:v>
                </c:pt>
                <c:pt idx="69">
                  <c:v>21.529107288275306</c:v>
                </c:pt>
                <c:pt idx="70">
                  <c:v>22.091381782347149</c:v>
                </c:pt>
                <c:pt idx="71">
                  <c:v>22.660089858925438</c:v>
                </c:pt>
                <c:pt idx="72">
                  <c:v>23.23521337330175</c:v>
                </c:pt>
                <c:pt idx="73">
                  <c:v>23.816734483554129</c:v>
                </c:pt>
                <c:pt idx="74">
                  <c:v>24.404635641410515</c:v>
                </c:pt>
                <c:pt idx="75">
                  <c:v>24.998899583507697</c:v>
                </c:pt>
                <c:pt idx="76">
                  <c:v>25.599509323023746</c:v>
                </c:pt>
                <c:pt idx="77">
                  <c:v>26.206448141663156</c:v>
                </c:pt>
                <c:pt idx="78">
                  <c:v>26.819699581975499</c:v>
                </c:pt>
                <c:pt idx="79">
                  <c:v>27.439247439989682</c:v>
                </c:pt>
                <c:pt idx="80">
                  <c:v>28.065075758146712</c:v>
                </c:pt>
                <c:pt idx="81">
                  <c:v>28.697168818515767</c:v>
                </c:pt>
                <c:pt idx="82">
                  <c:v>29.335511136278278</c:v>
                </c:pt>
                <c:pt idx="83">
                  <c:v>29.980087453466886</c:v>
                </c:pt>
                <c:pt idx="84">
                  <c:v>30.630882732945814</c:v>
                </c:pt>
                <c:pt idx="85">
                  <c:v>31.287882152620966</c:v>
                </c:pt>
                <c:pt idx="86">
                  <c:v>31.95107109986813</c:v>
                </c:pt>
                <c:pt idx="87">
                  <c:v>32.62043516616891</c:v>
                </c:pt>
                <c:pt idx="88">
                  <c:v>33.295960141943901</c:v>
                </c:pt>
                <c:pt idx="89">
                  <c:v>33.977632011574215</c:v>
                </c:pt>
                <c:pt idx="90">
                  <c:v>34.665436948601979</c:v>
                </c:pt>
                <c:pt idx="91">
                  <c:v>35.359361311101843</c:v>
                </c:pt>
                <c:pt idx="92">
                  <c:v>36.059391637215278</c:v>
                </c:pt>
                <c:pt idx="93">
                  <c:v>36.765514640840394</c:v>
                </c:pt>
                <c:pt idx="94">
                  <c:v>37.477717207470278</c:v>
                </c:pt>
                <c:pt idx="95">
                  <c:v>38.195986390173019</c:v>
                </c:pt>
                <c:pt idx="96">
                  <c:v>38.920309405707449</c:v>
                </c:pt>
                <c:pt idx="97">
                  <c:v>39.650673630768324</c:v>
                </c:pt>
                <c:pt idx="98">
                  <c:v>40.387066598355531</c:v>
                </c:pt>
                <c:pt idx="99">
                  <c:v>41.129475994262037</c:v>
                </c:pt>
                <c:pt idx="100">
                  <c:v>41.877889653675389</c:v>
                </c:pt>
                <c:pt idx="101">
                  <c:v>42.632295557888142</c:v>
                </c:pt>
                <c:pt idx="102">
                  <c:v>43.392681831112405</c:v>
                </c:pt>
                <c:pt idx="103">
                  <c:v>44.159036737394757</c:v>
                </c:pt>
                <c:pt idx="104">
                  <c:v>44.931348677626787</c:v>
                </c:pt>
                <c:pt idx="105">
                  <c:v>45.709606186647804</c:v>
                </c:pt>
                <c:pt idx="106">
                  <c:v>46.493797930436003</c:v>
                </c:pt>
                <c:pt idx="107">
                  <c:v>47.283912703384345</c:v>
                </c:pt>
                <c:pt idx="108">
                  <c:v>48.079939425658104</c:v>
                </c:pt>
                <c:pt idx="109">
                  <c:v>48.881867140630746</c:v>
                </c:pt>
                <c:pt idx="110">
                  <c:v>49.689685012395074</c:v>
                </c:pt>
                <c:pt idx="111">
                  <c:v>50.503382323346933</c:v>
                </c:pt>
                <c:pt idx="112">
                  <c:v>51.322948471838579</c:v>
                </c:pt>
                <c:pt idx="113">
                  <c:v>52.148372969899135</c:v>
                </c:pt>
                <c:pt idx="114">
                  <c:v>52.979645441019727</c:v>
                </c:pt>
                <c:pt idx="115">
                  <c:v>53.816755618000741</c:v>
                </c:pt>
                <c:pt idx="116">
                  <c:v>54.659693340859143</c:v>
                </c:pt>
                <c:pt idx="117">
                  <c:v>55.508448554793411</c:v>
                </c:pt>
                <c:pt idx="118">
                  <c:v>56.363011308204399</c:v>
                </c:pt>
                <c:pt idx="119">
                  <c:v>57.22337175076963</c:v>
                </c:pt>
                <c:pt idx="120">
                  <c:v>58.089520131569714</c:v>
                </c:pt>
                <c:pt idx="121">
                  <c:v>58.961446797264522</c:v>
                </c:pt>
                <c:pt idx="122">
                  <c:v>59.83914219031778</c:v>
                </c:pt>
                <c:pt idx="123">
                  <c:v>60.722596847268107</c:v>
                </c:pt>
                <c:pt idx="124">
                  <c:v>61.611801397045355</c:v>
                </c:pt>
                <c:pt idx="125">
                  <c:v>62.506746559330075</c:v>
                </c:pt>
                <c:pt idx="126">
                  <c:v>63.407423142955217</c:v>
                </c:pt>
                <c:pt idx="127">
                  <c:v>64.313822044348527</c:v>
                </c:pt>
                <c:pt idx="128">
                  <c:v>65.225934246013907</c:v>
                </c:pt>
                <c:pt idx="129">
                  <c:v>66.143750815051192</c:v>
                </c:pt>
                <c:pt idx="130">
                  <c:v>67.067262901712255</c:v>
                </c:pt>
                <c:pt idx="131">
                  <c:v>67.996461737993002</c:v>
                </c:pt>
                <c:pt idx="132">
                  <c:v>68.931338636259525</c:v>
                </c:pt>
                <c:pt idx="133">
                  <c:v>69.871884987907848</c:v>
                </c:pt>
                <c:pt idx="134">
                  <c:v>70.8180922620557</c:v>
                </c:pt>
                <c:pt idx="135">
                  <c:v>71.769952004265733</c:v>
                </c:pt>
                <c:pt idx="136">
                  <c:v>72.727455835298798</c:v>
                </c:pt>
                <c:pt idx="137">
                  <c:v>73.690595449896989</c:v>
                </c:pt>
                <c:pt idx="138">
                  <c:v>74.659362615594517</c:v>
                </c:pt>
                <c:pt idx="139">
                  <c:v>75.6337491715569</c:v>
                </c:pt>
                <c:pt idx="140">
                  <c:v>76.613747027446124</c:v>
                </c:pt>
                <c:pt idx="141">
                  <c:v>77.599348162312523</c:v>
                </c:pt>
                <c:pt idx="142">
                  <c:v>78.590544623511192</c:v>
                </c:pt>
                <c:pt idx="143">
                  <c:v>79.587328525643144</c:v>
                </c:pt>
                <c:pt idx="144">
                  <c:v>80.58969204952021</c:v>
                </c:pt>
                <c:pt idx="145">
                  <c:v>81.597627441152852</c:v>
                </c:pt>
                <c:pt idx="146">
                  <c:v>82.611127010760313</c:v>
                </c:pt>
                <c:pt idx="147">
                  <c:v>83.630183131802454</c:v>
                </c:pt>
                <c:pt idx="148">
                  <c:v>84.654788240032858</c:v>
                </c:pt>
                <c:pt idx="149">
                  <c:v>85.684934832572281</c:v>
                </c:pt>
                <c:pt idx="150">
                  <c:v>86.720615467001892</c:v>
                </c:pt>
                <c:pt idx="151">
                  <c:v>87.76182276047615</c:v>
                </c:pt>
                <c:pt idx="152">
                  <c:v>88.808549388854303</c:v>
                </c:pt>
                <c:pt idx="153">
                  <c:v>89.860788085850217</c:v>
                </c:pt>
                <c:pt idx="154">
                  <c:v>90.918531642200037</c:v>
                </c:pt>
                <c:pt idx="155">
                  <c:v>91.981772904847105</c:v>
                </c:pt>
                <c:pt idx="156">
                  <c:v>93.050504776143669</c:v>
                </c:pt>
                <c:pt idx="157">
                  <c:v>94.124720213069224</c:v>
                </c:pt>
                <c:pt idx="158">
                  <c:v>95.204412226464413</c:v>
                </c:pt>
                <c:pt idx="159">
                  <c:v>96.289573880280685</c:v>
                </c:pt>
                <c:pt idx="160">
                  <c:v>97.380198290845158</c:v>
                </c:pt>
                <c:pt idx="161">
                  <c:v>98.476278626139958</c:v>
                </c:pt>
                <c:pt idx="162">
                  <c:v>99.577808105095997</c:v>
                </c:pt>
                <c:pt idx="163">
                  <c:v>100.68477999690069</c:v>
                </c:pt>
                <c:pt idx="164">
                  <c:v>101.79718762031942</c:v>
                </c:pt>
                <c:pt idx="165">
                  <c:v>102.91502434302991</c:v>
                </c:pt>
                <c:pt idx="166">
                  <c:v>104.03828358096992</c:v>
                </c:pt>
                <c:pt idx="167">
                  <c:v>105.16695879769709</c:v>
                </c:pt>
                <c:pt idx="168">
                  <c:v>106.30104350376155</c:v>
                </c:pt>
                <c:pt idx="169">
                  <c:v>107.44053125609004</c:v>
                </c:pt>
                <c:pt idx="170">
                  <c:v>108.58541565738199</c:v>
                </c:pt>
                <c:pt idx="171">
                  <c:v>109.73569035551672</c:v>
                </c:pt>
                <c:pt idx="172">
                  <c:v>110.8913490429721</c:v>
                </c:pt>
                <c:pt idx="173">
                  <c:v>112.05238545625363</c:v>
                </c:pt>
                <c:pt idx="174">
                  <c:v>113.21879337533436</c:v>
                </c:pt>
                <c:pt idx="175">
                  <c:v>114.39056662310496</c:v>
                </c:pt>
                <c:pt idx="176">
                  <c:v>115.56769906483407</c:v>
                </c:pt>
                <c:pt idx="177">
                  <c:v>116.75018460763812</c:v>
                </c:pt>
                <c:pt idx="178">
                  <c:v>117.93801719996104</c:v>
                </c:pt>
                <c:pt idx="179">
                  <c:v>119.13119083106328</c:v>
                </c:pt>
                <c:pt idx="180">
                  <c:v>120.32969953051978</c:v>
                </c:pt>
                <c:pt idx="181">
                  <c:v>121.53353736772706</c:v>
                </c:pt>
                <c:pt idx="182">
                  <c:v>122.74269845141909</c:v>
                </c:pt>
                <c:pt idx="183">
                  <c:v>123.95717692919123</c:v>
                </c:pt>
                <c:pt idx="184">
                  <c:v>125.17696698703325</c:v>
                </c:pt>
                <c:pt idx="185">
                  <c:v>126.4020628488697</c:v>
                </c:pt>
                <c:pt idx="186">
                  <c:v>127.63245877610879</c:v>
                </c:pt>
                <c:pt idx="187">
                  <c:v>128.8681490671988</c:v>
                </c:pt>
                <c:pt idx="188">
                  <c:v>130.10912805719195</c:v>
                </c:pt>
                <c:pt idx="189">
                  <c:v>131.35539011731612</c:v>
                </c:pt>
                <c:pt idx="190">
                  <c:v>132.60692965455343</c:v>
                </c:pt>
                <c:pt idx="191">
                  <c:v>133.86374111122586</c:v>
                </c:pt>
                <c:pt idx="192">
                  <c:v>135.12581896458849</c:v>
                </c:pt>
                <c:pt idx="193">
                  <c:v>136.39315772642863</c:v>
                </c:pt>
                <c:pt idx="194">
                  <c:v>137.6657519426721</c:v>
                </c:pt>
                <c:pt idx="195">
                  <c:v>138.9435961929961</c:v>
                </c:pt>
                <c:pt idx="196">
                  <c:v>140.22668509044803</c:v>
                </c:pt>
                <c:pt idx="197">
                  <c:v>141.51501328107096</c:v>
                </c:pt>
                <c:pt idx="198">
                  <c:v>142.80857544353475</c:v>
                </c:pt>
                <c:pt idx="199">
                  <c:v>144.10736628877365</c:v>
                </c:pt>
                <c:pt idx="200">
                  <c:v>145.41138055962924</c:v>
                </c:pt>
                <c:pt idx="201">
                  <c:v>146.72061303049938</c:v>
                </c:pt>
                <c:pt idx="202">
                  <c:v>148.03505850699278</c:v>
                </c:pt>
                <c:pt idx="203">
                  <c:v>149.35471182558865</c:v>
                </c:pt>
                <c:pt idx="204">
                  <c:v>150.67956785330233</c:v>
                </c:pt>
                <c:pt idx="205">
                  <c:v>152.00962148735559</c:v>
                </c:pt>
                <c:pt idx="206">
                  <c:v>153.34486765485255</c:v>
                </c:pt>
                <c:pt idx="207">
                  <c:v>154.6853013124601</c:v>
                </c:pt>
                <c:pt idx="208">
                  <c:v>156.03091744609392</c:v>
                </c:pt>
                <c:pt idx="209">
                  <c:v>157.38171107060876</c:v>
                </c:pt>
                <c:pt idx="210">
                  <c:v>158.73767722949384</c:v>
                </c:pt>
                <c:pt idx="211">
                  <c:v>160.09881099457263</c:v>
                </c:pt>
                <c:pt idx="212">
                  <c:v>161.46510746570735</c:v>
                </c:pt>
                <c:pt idx="213">
                  <c:v>162.83656177050793</c:v>
                </c:pt>
                <c:pt idx="214">
                  <c:v>164.21316906404525</c:v>
                </c:pt>
                <c:pt idx="215">
                  <c:v>165.59492452856864</c:v>
                </c:pt>
                <c:pt idx="216">
                  <c:v>166.98182337322785</c:v>
                </c:pt>
                <c:pt idx="217">
                  <c:v>168.3738608337988</c:v>
                </c:pt>
                <c:pt idx="218">
                  <c:v>169.77103217241358</c:v>
                </c:pt>
                <c:pt idx="219">
                  <c:v>171.17333267729444</c:v>
                </c:pt>
                <c:pt idx="220">
                  <c:v>172.58075766249144</c:v>
                </c:pt>
                <c:pt idx="221">
                  <c:v>173.9933024676242</c:v>
                </c:pt>
                <c:pt idx="222">
                  <c:v>175.41096245762725</c:v>
                </c:pt>
                <c:pt idx="223">
                  <c:v>176.83373302249896</c:v>
                </c:pt>
                <c:pt idx="224">
                  <c:v>178.26160957705429</c:v>
                </c:pt>
                <c:pt idx="225">
                  <c:v>179.69458756068096</c:v>
                </c:pt>
                <c:pt idx="226">
                  <c:v>181.13266243709904</c:v>
                </c:pt>
                <c:pt idx="227">
                  <c:v>182.57582969412397</c:v>
                </c:pt>
                <c:pt idx="228">
                  <c:v>184.02408484343309</c:v>
                </c:pt>
                <c:pt idx="229">
                  <c:v>185.47742342033516</c:v>
                </c:pt>
                <c:pt idx="230">
                  <c:v>186.9358409835433</c:v>
                </c:pt>
                <c:pt idx="231">
                  <c:v>188.39933311495102</c:v>
                </c:pt>
                <c:pt idx="232">
                  <c:v>189.86789541941138</c:v>
                </c:pt>
                <c:pt idx="233">
                  <c:v>191.34152352451935</c:v>
                </c:pt>
                <c:pt idx="234">
                  <c:v>192.82021308039663</c:v>
                </c:pt>
                <c:pt idx="235">
                  <c:v>194.30395975948022</c:v>
                </c:pt>
                <c:pt idx="236">
                  <c:v>195.7927592563131</c:v>
                </c:pt>
                <c:pt idx="237">
                  <c:v>197.28660728733823</c:v>
                </c:pt>
                <c:pt idx="238">
                  <c:v>198.78549959069522</c:v>
                </c:pt>
                <c:pt idx="239">
                  <c:v>200.28943192601955</c:v>
                </c:pt>
                <c:pt idx="240">
                  <c:v>201.79840007424474</c:v>
                </c:pt>
                <c:pt idx="241">
                  <c:v>203.31239983740713</c:v>
                </c:pt>
                <c:pt idx="242">
                  <c:v>204.83142703845294</c:v>
                </c:pt>
                <c:pt idx="243">
                  <c:v>206.35547752104841</c:v>
                </c:pt>
                <c:pt idx="244">
                  <c:v>207.88454714939178</c:v>
                </c:pt>
                <c:pt idx="245">
                  <c:v>209.41863180802847</c:v>
                </c:pt>
                <c:pt idx="246">
                  <c:v>210.95772740166811</c:v>
                </c:pt>
                <c:pt idx="247">
                  <c:v>212.5018298550041</c:v>
                </c:pt>
                <c:pt idx="248">
                  <c:v>214.05093511253571</c:v>
                </c:pt>
                <c:pt idx="249">
                  <c:v>215.60503913839224</c:v>
                </c:pt>
                <c:pt idx="250">
                  <c:v>217.16413791615949</c:v>
                </c:pt>
                <c:pt idx="251">
                  <c:v>218.72822744870857</c:v>
                </c:pt>
                <c:pt idx="252">
                  <c:v>220.29730375802671</c:v>
                </c:pt>
                <c:pt idx="253">
                  <c:v>221.87136288505044</c:v>
                </c:pt>
                <c:pt idx="254">
                  <c:v>223.45040088950074</c:v>
                </c:pt>
                <c:pt idx="255">
                  <c:v>224.53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A20-4D82-A57E-CFA7E2847B60}"/>
            </c:ext>
          </c:extLst>
        </c:ser>
        <c:ser>
          <c:idx val="2"/>
          <c:order val="2"/>
          <c:tx>
            <c:strRef>
              <c:f>'Gamma 1.8  6500K'!$E$16</c:f>
              <c:strCache>
                <c:ptCount val="1"/>
                <c:pt idx="0">
                  <c:v>10%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'Gamma 1.8  6500K'!$B$17:$B$272</c:f>
              <c:numCache>
                <c:formatCode>General</c:formatCode>
                <c:ptCount val="25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</c:numCache>
            </c:numRef>
          </c:cat>
          <c:val>
            <c:numRef>
              <c:f>'Gamma 1.8  6500K'!$E$17:$E$272</c:f>
              <c:numCache>
                <c:formatCode>0.00_ </c:formatCode>
                <c:ptCount val="256"/>
                <c:pt idx="0">
                  <c:v>1.4638930237155412E-3</c:v>
                </c:pt>
                <c:pt idx="1">
                  <c:v>1.8914801361117443E-2</c:v>
                </c:pt>
                <c:pt idx="2">
                  <c:v>5.2255575765737292E-2</c:v>
                </c:pt>
                <c:pt idx="3">
                  <c:v>9.9654240526557442E-2</c:v>
                </c:pt>
                <c:pt idx="4">
                  <c:v>0.16011115444228202</c:v>
                </c:pt>
                <c:pt idx="5">
                  <c:v>0.23294663199897575</c:v>
                </c:pt>
                <c:pt idx="6">
                  <c:v>0.31765114748718903</c:v>
                </c:pt>
                <c:pt idx="7">
                  <c:v>0.41382025903696501</c:v>
                </c:pt>
                <c:pt idx="8">
                  <c:v>0.52112053080370302</c:v>
                </c:pt>
                <c:pt idx="9">
                  <c:v>0.63926951872972249</c:v>
                </c:pt>
                <c:pt idx="10">
                  <c:v>0.76802305196959009</c:v>
                </c:pt>
                <c:pt idx="11">
                  <c:v>0.90716666878539076</c:v>
                </c:pt>
                <c:pt idx="12">
                  <c:v>1.0565095875364474</c:v>
                </c:pt>
                <c:pt idx="13">
                  <c:v>1.215880309722043</c:v>
                </c:pt>
                <c:pt idx="14">
                  <c:v>1.3851233196870598</c:v>
                </c:pt>
                <c:pt idx="15">
                  <c:v>1.5640965475431876</c:v>
                </c:pt>
                <c:pt idx="16">
                  <c:v>1.7526693790349819</c:v>
                </c:pt>
                <c:pt idx="17">
                  <c:v>1.9507210672261042</c:v>
                </c:pt>
                <c:pt idx="18">
                  <c:v>2.1581394457602174</c:v>
                </c:pt>
                <c:pt idx="19">
                  <c:v>2.3748198727000105</c:v>
                </c:pt>
                <c:pt idx="20">
                  <c:v>2.6006643535557714</c:v>
                </c:pt>
                <c:pt idx="21">
                  <c:v>2.8355808055881457</c:v>
                </c:pt>
                <c:pt idx="22">
                  <c:v>3.0794824349312355</c:v>
                </c:pt>
                <c:pt idx="23">
                  <c:v>3.3322872048560517</c:v>
                </c:pt>
                <c:pt idx="24">
                  <c:v>3.5939173784290306</c:v>
                </c:pt>
                <c:pt idx="25">
                  <c:v>3.8642991224711856</c:v>
                </c:pt>
                <c:pt idx="26">
                  <c:v>4.143362162463391</c:v>
                </c:pt>
                <c:pt idx="27">
                  <c:v>4.4310394801256594</c:v>
                </c:pt>
                <c:pt idx="28">
                  <c:v>4.7272670469998381</c:v>
                </c:pt>
                <c:pt idx="29">
                  <c:v>5.0319835886102657</c:v>
                </c:pt>
                <c:pt idx="30">
                  <c:v>5.3451303747542571</c:v>
                </c:pt>
                <c:pt idx="31">
                  <c:v>5.6666510322488861</c:v>
                </c:pt>
                <c:pt idx="32">
                  <c:v>5.9964913770793773</c:v>
                </c:pt>
                <c:pt idx="33">
                  <c:v>6.334599263392807</c:v>
                </c:pt>
                <c:pt idx="34">
                  <c:v>6.680924447185288</c:v>
                </c:pt>
                <c:pt idx="35">
                  <c:v>7.0354184628610659</c:v>
                </c:pt>
                <c:pt idx="36">
                  <c:v>7.3980345111137282</c:v>
                </c:pt>
                <c:pt idx="37">
                  <c:v>7.7687273568041553</c:v>
                </c:pt>
                <c:pt idx="38">
                  <c:v>8.1474532356969505</c:v>
                </c:pt>
                <c:pt idx="39">
                  <c:v>8.5341697690731948</c:v>
                </c:pt>
                <c:pt idx="40">
                  <c:v>8.9288358853688585</c:v>
                </c:pt>
                <c:pt idx="41">
                  <c:v>9.3314117480989935</c:v>
                </c:pt>
                <c:pt idx="42">
                  <c:v>9.7418586894220862</c:v>
                </c:pt>
                <c:pt idx="43">
                  <c:v>10.160139148779008</c:v>
                </c:pt>
                <c:pt idx="44">
                  <c:v>10.586216616109603</c:v>
                </c:pt>
                <c:pt idx="45">
                  <c:v>11.020055579208849</c:v>
                </c:pt>
                <c:pt idx="46">
                  <c:v>11.46162147483536</c:v>
                </c:pt>
                <c:pt idx="47">
                  <c:v>11.910880643228669</c:v>
                </c:pt>
                <c:pt idx="48">
                  <c:v>12.367800285730121</c:v>
                </c:pt>
                <c:pt idx="49">
                  <c:v>12.832348425235017</c:v>
                </c:pt>
                <c:pt idx="50">
                  <c:v>13.304493869233024</c:v>
                </c:pt>
                <c:pt idx="51">
                  <c:v>13.784206175218726</c:v>
                </c:pt>
                <c:pt idx="52">
                  <c:v>14.271455618276942</c:v>
                </c:pt>
                <c:pt idx="53">
                  <c:v>14.766213160666556</c:v>
                </c:pt>
                <c:pt idx="54">
                  <c:v>15.268450423244477</c:v>
                </c:pt>
                <c:pt idx="55">
                  <c:v>15.778139658585953</c:v>
                </c:pt>
                <c:pt idx="56">
                  <c:v>16.295253725671849</c:v>
                </c:pt>
                <c:pt idx="57">
                  <c:v>16.819766066024805</c:v>
                </c:pt>
                <c:pt idx="58">
                  <c:v>17.351650681187561</c:v>
                </c:pt>
                <c:pt idx="59">
                  <c:v>17.890882111445897</c:v>
                </c:pt>
                <c:pt idx="60">
                  <c:v>18.437435415707601</c:v>
                </c:pt>
                <c:pt idx="61">
                  <c:v>18.991286152456318</c:v>
                </c:pt>
                <c:pt idx="62">
                  <c:v>19.552410361706105</c:v>
                </c:pt>
                <c:pt idx="63">
                  <c:v>20.120784547888874</c:v>
                </c:pt>
                <c:pt idx="64">
                  <c:v>20.696385663612453</c:v>
                </c:pt>
                <c:pt idx="65">
                  <c:v>21.279191094231848</c:v>
                </c:pt>
                <c:pt idx="66">
                  <c:v>21.869178643181307</c:v>
                </c:pt>
                <c:pt idx="67">
                  <c:v>22.466326518018647</c:v>
                </c:pt>
                <c:pt idx="68">
                  <c:v>23.07061331713702</c:v>
                </c:pt>
                <c:pt idx="69">
                  <c:v>23.682018017102838</c:v>
                </c:pt>
                <c:pt idx="70">
                  <c:v>24.300519960581862</c:v>
                </c:pt>
                <c:pt idx="71">
                  <c:v>24.926098844817982</c:v>
                </c:pt>
                <c:pt idx="72">
                  <c:v>25.558734710631924</c:v>
                </c:pt>
                <c:pt idx="73">
                  <c:v>26.198407931909543</c:v>
                </c:pt>
                <c:pt idx="74">
                  <c:v>26.845099205551566</c:v>
                </c:pt>
                <c:pt idx="75">
                  <c:v>27.498789541858468</c:v>
                </c:pt>
                <c:pt idx="76">
                  <c:v>28.15946025532612</c:v>
                </c:pt>
                <c:pt idx="77">
                  <c:v>28.827092955829471</c:v>
                </c:pt>
                <c:pt idx="78">
                  <c:v>29.501669540173047</c:v>
                </c:pt>
                <c:pt idx="79">
                  <c:v>30.183172183988649</c:v>
                </c:pt>
                <c:pt idx="80">
                  <c:v>30.871583333961382</c:v>
                </c:pt>
                <c:pt idx="81">
                  <c:v>31.566885700367344</c:v>
                </c:pt>
                <c:pt idx="82">
                  <c:v>32.269062249906106</c:v>
                </c:pt>
                <c:pt idx="83">
                  <c:v>32.978096198813574</c:v>
                </c:pt>
                <c:pt idx="84">
                  <c:v>33.693971006240396</c:v>
                </c:pt>
                <c:pt idx="85">
                  <c:v>34.416670367883064</c:v>
                </c:pt>
                <c:pt idx="86">
                  <c:v>35.146178209854945</c:v>
                </c:pt>
                <c:pt idx="87">
                  <c:v>35.882478682785802</c:v>
                </c:pt>
                <c:pt idx="88">
                  <c:v>36.625556156138288</c:v>
                </c:pt>
                <c:pt idx="89">
                  <c:v>37.37539521273164</c:v>
                </c:pt>
                <c:pt idx="90">
                  <c:v>38.131980643462178</c:v>
                </c:pt>
                <c:pt idx="91">
                  <c:v>38.895297442212026</c:v>
                </c:pt>
                <c:pt idx="92">
                  <c:v>39.665330800936808</c:v>
                </c:pt>
                <c:pt idx="93">
                  <c:v>40.442066104924436</c:v>
                </c:pt>
                <c:pt idx="94">
                  <c:v>41.225488928217302</c:v>
                </c:pt>
                <c:pt idx="95">
                  <c:v>42.015585029190319</c:v>
                </c:pt>
                <c:pt idx="96">
                  <c:v>42.812340346278191</c:v>
                </c:pt>
                <c:pt idx="97">
                  <c:v>43.615740993845158</c:v>
                </c:pt>
                <c:pt idx="98">
                  <c:v>44.425773258191086</c:v>
                </c:pt>
                <c:pt idx="99">
                  <c:v>45.242423593688244</c:v>
                </c:pt>
                <c:pt idx="100">
                  <c:v>46.065678619042927</c:v>
                </c:pt>
                <c:pt idx="101">
                  <c:v>46.895525113676953</c:v>
                </c:pt>
                <c:pt idx="102">
                  <c:v>47.731950014223642</c:v>
                </c:pt>
                <c:pt idx="103">
                  <c:v>48.574940411134236</c:v>
                </c:pt>
                <c:pt idx="104">
                  <c:v>49.424483545389464</c:v>
                </c:pt>
                <c:pt idx="105">
                  <c:v>50.280566805312581</c:v>
                </c:pt>
                <c:pt idx="106">
                  <c:v>51.143177723479603</c:v>
                </c:pt>
                <c:pt idx="107">
                  <c:v>52.01230397372278</c:v>
                </c:pt>
                <c:pt idx="108">
                  <c:v>52.887933368223912</c:v>
                </c:pt>
                <c:pt idx="109">
                  <c:v>53.77005385469382</c:v>
                </c:pt>
                <c:pt idx="110">
                  <c:v>54.658653513634583</c:v>
                </c:pt>
                <c:pt idx="111">
                  <c:v>55.553720555681629</c:v>
                </c:pt>
                <c:pt idx="112">
                  <c:v>56.455243319022436</c:v>
                </c:pt>
                <c:pt idx="113">
                  <c:v>57.363210266889048</c:v>
                </c:pt>
                <c:pt idx="114">
                  <c:v>58.2776099851217</c:v>
                </c:pt>
                <c:pt idx="115">
                  <c:v>59.198431179800814</c:v>
                </c:pt>
                <c:pt idx="116">
                  <c:v>60.125662674945055</c:v>
                </c:pt>
                <c:pt idx="117">
                  <c:v>61.059293410272751</c:v>
                </c:pt>
                <c:pt idx="118">
                  <c:v>61.999312439024841</c:v>
                </c:pt>
                <c:pt idx="119">
                  <c:v>62.945708925846596</c:v>
                </c:pt>
                <c:pt idx="120">
                  <c:v>63.898472144726682</c:v>
                </c:pt>
                <c:pt idx="121">
                  <c:v>64.857591476990976</c:v>
                </c:pt>
                <c:pt idx="122">
                  <c:v>65.823056409349562</c:v>
                </c:pt>
                <c:pt idx="123">
                  <c:v>66.794856531994924</c:v>
                </c:pt>
                <c:pt idx="124">
                  <c:v>67.772981536749896</c:v>
                </c:pt>
                <c:pt idx="125">
                  <c:v>68.757421215263079</c:v>
                </c:pt>
                <c:pt idx="126">
                  <c:v>69.748165457250735</c:v>
                </c:pt>
                <c:pt idx="127">
                  <c:v>70.745204248783381</c:v>
                </c:pt>
                <c:pt idx="128">
                  <c:v>71.748527670615303</c:v>
                </c:pt>
                <c:pt idx="129">
                  <c:v>72.758125896556308</c:v>
                </c:pt>
                <c:pt idx="130">
                  <c:v>73.773989191883487</c:v>
                </c:pt>
                <c:pt idx="131">
                  <c:v>74.796107911792305</c:v>
                </c:pt>
                <c:pt idx="132">
                  <c:v>75.824472499885474</c:v>
                </c:pt>
                <c:pt idx="133">
                  <c:v>76.859073486698634</c:v>
                </c:pt>
                <c:pt idx="134">
                  <c:v>77.899901488261264</c:v>
                </c:pt>
                <c:pt idx="135">
                  <c:v>78.946947204692307</c:v>
                </c:pt>
                <c:pt idx="136">
                  <c:v>80.000201418828681</c:v>
                </c:pt>
                <c:pt idx="137">
                  <c:v>81.059654994886685</c:v>
                </c:pt>
                <c:pt idx="138">
                  <c:v>82.125298877153966</c:v>
                </c:pt>
                <c:pt idx="139">
                  <c:v>83.197124088712584</c:v>
                </c:pt>
                <c:pt idx="140">
                  <c:v>84.275121730190733</c:v>
                </c:pt>
                <c:pt idx="141">
                  <c:v>85.359282978543774</c:v>
                </c:pt>
                <c:pt idx="142">
                  <c:v>86.449599085862317</c:v>
                </c:pt>
                <c:pt idx="143">
                  <c:v>87.546061378207455</c:v>
                </c:pt>
                <c:pt idx="144">
                  <c:v>88.648661254472231</c:v>
                </c:pt>
                <c:pt idx="145">
                  <c:v>89.757390185268136</c:v>
                </c:pt>
                <c:pt idx="146">
                  <c:v>90.872239711836343</c:v>
                </c:pt>
                <c:pt idx="147">
                  <c:v>91.993201444982702</c:v>
                </c:pt>
                <c:pt idx="148">
                  <c:v>93.120267064036142</c:v>
                </c:pt>
                <c:pt idx="149">
                  <c:v>94.25342831582951</c:v>
                </c:pt>
                <c:pt idx="150">
                  <c:v>95.392677013702084</c:v>
                </c:pt>
                <c:pt idx="151">
                  <c:v>96.538005036523771</c:v>
                </c:pt>
                <c:pt idx="152">
                  <c:v>97.689404327739737</c:v>
                </c:pt>
                <c:pt idx="153">
                  <c:v>98.846866894435237</c:v>
                </c:pt>
                <c:pt idx="154">
                  <c:v>100.01038480642003</c:v>
                </c:pt>
                <c:pt idx="155">
                  <c:v>101.17995019533181</c:v>
                </c:pt>
                <c:pt idx="156">
                  <c:v>102.35555525375804</c:v>
                </c:pt>
                <c:pt idx="157">
                  <c:v>103.53719223437615</c:v>
                </c:pt>
                <c:pt idx="158">
                  <c:v>104.72485344911085</c:v>
                </c:pt>
                <c:pt idx="159">
                  <c:v>105.91853126830875</c:v>
                </c:pt>
                <c:pt idx="160">
                  <c:v>107.11821811992968</c:v>
                </c:pt>
                <c:pt idx="161">
                  <c:v>108.32390648875395</c:v>
                </c:pt>
                <c:pt idx="162">
                  <c:v>109.5355889156056</c:v>
                </c:pt>
                <c:pt idx="163">
                  <c:v>110.75325799659076</c:v>
                </c:pt>
                <c:pt idx="164">
                  <c:v>111.97690638235136</c:v>
                </c:pt>
                <c:pt idx="165">
                  <c:v>113.2065267773329</c:v>
                </c:pt>
                <c:pt idx="166">
                  <c:v>114.4421119390669</c:v>
                </c:pt>
                <c:pt idx="167">
                  <c:v>115.68365467746681</c:v>
                </c:pt>
                <c:pt idx="168">
                  <c:v>116.93114785413771</c:v>
                </c:pt>
                <c:pt idx="169">
                  <c:v>118.18458438169904</c:v>
                </c:pt>
                <c:pt idx="170">
                  <c:v>119.44395722312018</c:v>
                </c:pt>
                <c:pt idx="171">
                  <c:v>120.7092593910684</c:v>
                </c:pt>
                <c:pt idx="172">
                  <c:v>121.98048394726931</c:v>
                </c:pt>
                <c:pt idx="173">
                  <c:v>123.25762400187899</c:v>
                </c:pt>
                <c:pt idx="174">
                  <c:v>124.54067271286779</c:v>
                </c:pt>
                <c:pt idx="175">
                  <c:v>125.82962328541545</c:v>
                </c:pt>
                <c:pt idx="176">
                  <c:v>127.12446897131748</c:v>
                </c:pt>
                <c:pt idx="177">
                  <c:v>128.42520306840194</c:v>
                </c:pt>
                <c:pt idx="178">
                  <c:v>129.73181891995713</c:v>
                </c:pt>
                <c:pt idx="179">
                  <c:v>131.04430991416962</c:v>
                </c:pt>
                <c:pt idx="180">
                  <c:v>132.36266948357175</c:v>
                </c:pt>
                <c:pt idx="181">
                  <c:v>133.68689110449978</c:v>
                </c:pt>
                <c:pt idx="182">
                  <c:v>135.016968296561</c:v>
                </c:pt>
                <c:pt idx="183">
                  <c:v>136.35289462211037</c:v>
                </c:pt>
                <c:pt idx="184">
                  <c:v>137.69466368573657</c:v>
                </c:pt>
                <c:pt idx="185">
                  <c:v>139.04226913375669</c:v>
                </c:pt>
                <c:pt idx="186">
                  <c:v>140.39570465371966</c:v>
                </c:pt>
                <c:pt idx="187">
                  <c:v>141.75496397391868</c:v>
                </c:pt>
                <c:pt idx="188">
                  <c:v>143.12004086291114</c:v>
                </c:pt>
                <c:pt idx="189">
                  <c:v>144.49092912904774</c:v>
                </c:pt>
                <c:pt idx="190">
                  <c:v>145.86762262000877</c:v>
                </c:pt>
                <c:pt idx="191">
                  <c:v>147.25011522234846</c:v>
                </c:pt>
                <c:pt idx="192">
                  <c:v>148.63840086104733</c:v>
                </c:pt>
                <c:pt idx="193">
                  <c:v>150.0324734990715</c:v>
                </c:pt>
                <c:pt idx="194">
                  <c:v>151.43232713693931</c:v>
                </c:pt>
                <c:pt idx="195">
                  <c:v>152.83795581229572</c:v>
                </c:pt>
                <c:pt idx="196">
                  <c:v>154.24935359949282</c:v>
                </c:pt>
                <c:pt idx="197">
                  <c:v>155.66651460917805</c:v>
                </c:pt>
                <c:pt idx="198">
                  <c:v>157.08943298788822</c:v>
                </c:pt>
                <c:pt idx="199">
                  <c:v>158.51810291765102</c:v>
                </c:pt>
                <c:pt idx="200">
                  <c:v>159.95251861559217</c:v>
                </c:pt>
                <c:pt idx="201">
                  <c:v>161.39267433354931</c:v>
                </c:pt>
                <c:pt idx="202">
                  <c:v>162.83856435769206</c:v>
                </c:pt>
                <c:pt idx="203">
                  <c:v>164.29018300814752</c:v>
                </c:pt>
                <c:pt idx="204">
                  <c:v>165.74752463863257</c:v>
                </c:pt>
                <c:pt idx="205">
                  <c:v>167.21058363609114</c:v>
                </c:pt>
                <c:pt idx="206">
                  <c:v>168.6793544203378</c:v>
                </c:pt>
                <c:pt idx="207">
                  <c:v>170.15383144370611</c:v>
                </c:pt>
                <c:pt idx="208">
                  <c:v>171.63400919070332</c:v>
                </c:pt>
                <c:pt idx="209">
                  <c:v>173.11988217766964</c:v>
                </c:pt>
                <c:pt idx="210">
                  <c:v>174.61144495244324</c:v>
                </c:pt>
                <c:pt idx="211">
                  <c:v>176.10869209402989</c:v>
                </c:pt>
                <c:pt idx="212">
                  <c:v>177.61161821227807</c:v>
                </c:pt>
                <c:pt idx="213">
                  <c:v>179.12021794755873</c:v>
                </c:pt>
                <c:pt idx="214">
                  <c:v>180.63448597044976</c:v>
                </c:pt>
                <c:pt idx="215">
                  <c:v>182.1544169814255</c:v>
                </c:pt>
                <c:pt idx="216">
                  <c:v>183.68000571055063</c:v>
                </c:pt>
                <c:pt idx="217">
                  <c:v>185.21124691717867</c:v>
                </c:pt>
                <c:pt idx="218">
                  <c:v>186.74813538965495</c:v>
                </c:pt>
                <c:pt idx="219">
                  <c:v>188.29066594502387</c:v>
                </c:pt>
                <c:pt idx="220">
                  <c:v>189.83883342874057</c:v>
                </c:pt>
                <c:pt idx="221">
                  <c:v>191.39263271438662</c:v>
                </c:pt>
                <c:pt idx="222">
                  <c:v>192.95205870338998</c:v>
                </c:pt>
                <c:pt idx="223">
                  <c:v>194.51710632474885</c:v>
                </c:pt>
                <c:pt idx="224">
                  <c:v>196.08777053475973</c:v>
                </c:pt>
                <c:pt idx="225">
                  <c:v>197.66404631674905</c:v>
                </c:pt>
                <c:pt idx="226">
                  <c:v>199.24592868080896</c:v>
                </c:pt>
                <c:pt idx="227">
                  <c:v>200.83341266353636</c:v>
                </c:pt>
                <c:pt idx="228">
                  <c:v>202.4264933277764</c:v>
                </c:pt>
                <c:pt idx="229">
                  <c:v>204.02516576236866</c:v>
                </c:pt>
                <c:pt idx="230">
                  <c:v>205.62942508189764</c:v>
                </c:pt>
                <c:pt idx="231">
                  <c:v>207.23926642644614</c:v>
                </c:pt>
                <c:pt idx="232">
                  <c:v>208.85468496135252</c:v>
                </c:pt>
                <c:pt idx="233">
                  <c:v>210.47567587697128</c:v>
                </c:pt>
                <c:pt idx="234">
                  <c:v>212.1022343884363</c:v>
                </c:pt>
                <c:pt idx="235">
                  <c:v>213.73435573542824</c:v>
                </c:pt>
                <c:pt idx="236">
                  <c:v>215.37203518194443</c:v>
                </c:pt>
                <c:pt idx="237">
                  <c:v>217.01526801607204</c:v>
                </c:pt>
                <c:pt idx="238">
                  <c:v>218.66404954976474</c:v>
                </c:pt>
                <c:pt idx="239">
                  <c:v>220.3183751186215</c:v>
                </c:pt>
                <c:pt idx="240">
                  <c:v>221.97824008166921</c:v>
                </c:pt>
                <c:pt idx="241">
                  <c:v>223.64363982114784</c:v>
                </c:pt>
                <c:pt idx="242">
                  <c:v>225.31456974229823</c:v>
                </c:pt>
                <c:pt idx="243">
                  <c:v>226.99102527315324</c:v>
                </c:pt>
                <c:pt idx="244">
                  <c:v>228.67300186433096</c:v>
                </c:pt>
                <c:pt idx="245">
                  <c:v>230.36049498883131</c:v>
                </c:pt>
                <c:pt idx="246">
                  <c:v>232.05350014183492</c:v>
                </c:pt>
                <c:pt idx="247">
                  <c:v>233.75201284050451</c:v>
                </c:pt>
                <c:pt idx="248">
                  <c:v>235.45602862378928</c:v>
                </c:pt>
                <c:pt idx="249">
                  <c:v>237.16554305223147</c:v>
                </c:pt>
                <c:pt idx="250">
                  <c:v>238.88055170777545</c:v>
                </c:pt>
                <c:pt idx="251">
                  <c:v>240.60105019357943</c:v>
                </c:pt>
                <c:pt idx="252">
                  <c:v>242.32703413382939</c:v>
                </c:pt>
                <c:pt idx="253">
                  <c:v>244.0584991735555</c:v>
                </c:pt>
                <c:pt idx="254">
                  <c:v>245.79544097845081</c:v>
                </c:pt>
                <c:pt idx="255">
                  <c:v>246.983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A20-4D82-A57E-CFA7E2847B60}"/>
            </c:ext>
          </c:extLst>
        </c:ser>
        <c:ser>
          <c:idx val="3"/>
          <c:order val="3"/>
          <c:tx>
            <c:strRef>
              <c:f>'Gamma 1.8  6500K'!$F$16</c:f>
              <c:strCache>
                <c:ptCount val="1"/>
                <c:pt idx="0">
                  <c:v>Measure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'Gamma 1.8  6500K'!$B$17:$B$272</c:f>
              <c:numCache>
                <c:formatCode>General</c:formatCode>
                <c:ptCount val="25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</c:numCache>
            </c:numRef>
          </c:cat>
          <c:val>
            <c:numRef>
              <c:f>'Gamma 1.8  6500K'!$F$17:$F$272</c:f>
              <c:numCache>
                <c:formatCode>General</c:formatCode>
                <c:ptCount val="256"/>
                <c:pt idx="0">
                  <c:v>0.31809999999999999</c:v>
                </c:pt>
                <c:pt idx="1">
                  <c:v>0.33040000000000003</c:v>
                </c:pt>
                <c:pt idx="2">
                  <c:v>0.34560000000000002</c:v>
                </c:pt>
                <c:pt idx="3">
                  <c:v>0.3745</c:v>
                </c:pt>
                <c:pt idx="4">
                  <c:v>0.40450000000000003</c:v>
                </c:pt>
                <c:pt idx="5">
                  <c:v>0.47</c:v>
                </c:pt>
                <c:pt idx="6">
                  <c:v>0.49959999999999999</c:v>
                </c:pt>
                <c:pt idx="7">
                  <c:v>0.61160000000000003</c:v>
                </c:pt>
                <c:pt idx="8">
                  <c:v>0.6855</c:v>
                </c:pt>
                <c:pt idx="9">
                  <c:v>0.81289999999999996</c:v>
                </c:pt>
                <c:pt idx="10">
                  <c:v>0.96350000000000002</c:v>
                </c:pt>
                <c:pt idx="11">
                  <c:v>1.0638000000000001</c:v>
                </c:pt>
                <c:pt idx="12">
                  <c:v>1.2302</c:v>
                </c:pt>
                <c:pt idx="13">
                  <c:v>1.3320000000000001</c:v>
                </c:pt>
                <c:pt idx="14">
                  <c:v>1.4851000000000001</c:v>
                </c:pt>
                <c:pt idx="15">
                  <c:v>1.5891</c:v>
                </c:pt>
                <c:pt idx="16">
                  <c:v>1.6943999999999999</c:v>
                </c:pt>
                <c:pt idx="17">
                  <c:v>1.9012</c:v>
                </c:pt>
                <c:pt idx="18">
                  <c:v>2.0971000000000002</c:v>
                </c:pt>
                <c:pt idx="19">
                  <c:v>2.2625999999999999</c:v>
                </c:pt>
                <c:pt idx="20">
                  <c:v>2.4714999999999998</c:v>
                </c:pt>
                <c:pt idx="21">
                  <c:v>2.6215000000000002</c:v>
                </c:pt>
                <c:pt idx="22">
                  <c:v>2.9055</c:v>
                </c:pt>
                <c:pt idx="23">
                  <c:v>3.0878999999999999</c:v>
                </c:pt>
                <c:pt idx="24">
                  <c:v>3.2309000000000001</c:v>
                </c:pt>
                <c:pt idx="25">
                  <c:v>3.5693999999999999</c:v>
                </c:pt>
                <c:pt idx="26">
                  <c:v>3.7242000000000002</c:v>
                </c:pt>
                <c:pt idx="27">
                  <c:v>4.0818000000000003</c:v>
                </c:pt>
                <c:pt idx="28">
                  <c:v>4.327</c:v>
                </c:pt>
                <c:pt idx="29">
                  <c:v>4.4953000000000003</c:v>
                </c:pt>
                <c:pt idx="30">
                  <c:v>4.9547999999999996</c:v>
                </c:pt>
                <c:pt idx="31">
                  <c:v>5.1322999999999999</c:v>
                </c:pt>
                <c:pt idx="32">
                  <c:v>5.4150999999999998</c:v>
                </c:pt>
                <c:pt idx="33">
                  <c:v>5.8909000000000002</c:v>
                </c:pt>
                <c:pt idx="34">
                  <c:v>6.1113</c:v>
                </c:pt>
                <c:pt idx="35">
                  <c:v>6.4032999999999998</c:v>
                </c:pt>
                <c:pt idx="36">
                  <c:v>6.7142999999999997</c:v>
                </c:pt>
                <c:pt idx="37">
                  <c:v>6.9386999999999999</c:v>
                </c:pt>
                <c:pt idx="38">
                  <c:v>7.4939</c:v>
                </c:pt>
                <c:pt idx="39">
                  <c:v>7.8105000000000002</c:v>
                </c:pt>
                <c:pt idx="40">
                  <c:v>8.0723000000000003</c:v>
                </c:pt>
                <c:pt idx="41">
                  <c:v>8.3849</c:v>
                </c:pt>
                <c:pt idx="42">
                  <c:v>9.0355000000000008</c:v>
                </c:pt>
                <c:pt idx="43">
                  <c:v>9.3664000000000005</c:v>
                </c:pt>
                <c:pt idx="44">
                  <c:v>9.7719000000000005</c:v>
                </c:pt>
                <c:pt idx="45">
                  <c:v>10.023400000000001</c:v>
                </c:pt>
                <c:pt idx="46">
                  <c:v>10.421799999999999</c:v>
                </c:pt>
                <c:pt idx="47">
                  <c:v>10.7784</c:v>
                </c:pt>
                <c:pt idx="48">
                  <c:v>11.409599999999999</c:v>
                </c:pt>
                <c:pt idx="49">
                  <c:v>11.822100000000001</c:v>
                </c:pt>
                <c:pt idx="50">
                  <c:v>12.299300000000001</c:v>
                </c:pt>
                <c:pt idx="51">
                  <c:v>12.6563</c:v>
                </c:pt>
                <c:pt idx="52">
                  <c:v>13.0792</c:v>
                </c:pt>
                <c:pt idx="53">
                  <c:v>13.4968</c:v>
                </c:pt>
                <c:pt idx="54">
                  <c:v>13.8687</c:v>
                </c:pt>
                <c:pt idx="55">
                  <c:v>14.3704</c:v>
                </c:pt>
                <c:pt idx="56">
                  <c:v>14.714700000000001</c:v>
                </c:pt>
                <c:pt idx="57">
                  <c:v>15.284000000000001</c:v>
                </c:pt>
                <c:pt idx="58">
                  <c:v>15.6853</c:v>
                </c:pt>
                <c:pt idx="59">
                  <c:v>16.1722</c:v>
                </c:pt>
                <c:pt idx="60">
                  <c:v>16.6356</c:v>
                </c:pt>
                <c:pt idx="61">
                  <c:v>17.012499999999999</c:v>
                </c:pt>
                <c:pt idx="62">
                  <c:v>17.529199999999999</c:v>
                </c:pt>
                <c:pt idx="63">
                  <c:v>18.1675</c:v>
                </c:pt>
                <c:pt idx="64">
                  <c:v>18.7242</c:v>
                </c:pt>
                <c:pt idx="65">
                  <c:v>19.1251</c:v>
                </c:pt>
                <c:pt idx="66">
                  <c:v>19.5548</c:v>
                </c:pt>
                <c:pt idx="67">
                  <c:v>20.105699999999999</c:v>
                </c:pt>
                <c:pt idx="68">
                  <c:v>20.5626</c:v>
                </c:pt>
                <c:pt idx="69">
                  <c:v>21.264500000000002</c:v>
                </c:pt>
                <c:pt idx="70">
                  <c:v>21.757100000000001</c:v>
                </c:pt>
                <c:pt idx="71">
                  <c:v>22.4666</c:v>
                </c:pt>
                <c:pt idx="72">
                  <c:v>22.926500000000001</c:v>
                </c:pt>
                <c:pt idx="73">
                  <c:v>23.344100000000001</c:v>
                </c:pt>
                <c:pt idx="74">
                  <c:v>24.103000000000002</c:v>
                </c:pt>
                <c:pt idx="75">
                  <c:v>24.624199999999998</c:v>
                </c:pt>
                <c:pt idx="76">
                  <c:v>25.054600000000001</c:v>
                </c:pt>
                <c:pt idx="77">
                  <c:v>25.729600000000001</c:v>
                </c:pt>
                <c:pt idx="78">
                  <c:v>26.3201</c:v>
                </c:pt>
                <c:pt idx="79">
                  <c:v>27.0091</c:v>
                </c:pt>
                <c:pt idx="80">
                  <c:v>27.536300000000001</c:v>
                </c:pt>
                <c:pt idx="81">
                  <c:v>28.261199999999999</c:v>
                </c:pt>
                <c:pt idx="82">
                  <c:v>28.863</c:v>
                </c:pt>
                <c:pt idx="83">
                  <c:v>29.626999999999999</c:v>
                </c:pt>
                <c:pt idx="84">
                  <c:v>30.184799999999999</c:v>
                </c:pt>
                <c:pt idx="85">
                  <c:v>30.720400000000001</c:v>
                </c:pt>
                <c:pt idx="86">
                  <c:v>31.454699999999999</c:v>
                </c:pt>
                <c:pt idx="87">
                  <c:v>32.110799999999998</c:v>
                </c:pt>
                <c:pt idx="88">
                  <c:v>32.996200000000002</c:v>
                </c:pt>
                <c:pt idx="89">
                  <c:v>33.612499999999997</c:v>
                </c:pt>
                <c:pt idx="90">
                  <c:v>34.466900000000003</c:v>
                </c:pt>
                <c:pt idx="91">
                  <c:v>34.989699999999999</c:v>
                </c:pt>
                <c:pt idx="92">
                  <c:v>35.663400000000003</c:v>
                </c:pt>
                <c:pt idx="93">
                  <c:v>36.584899999999998</c:v>
                </c:pt>
                <c:pt idx="94">
                  <c:v>37.247199999999999</c:v>
                </c:pt>
                <c:pt idx="95">
                  <c:v>38.0991</c:v>
                </c:pt>
                <c:pt idx="96">
                  <c:v>38.733400000000003</c:v>
                </c:pt>
                <c:pt idx="97">
                  <c:v>39.531999999999996</c:v>
                </c:pt>
                <c:pt idx="98">
                  <c:v>40.191600000000001</c:v>
                </c:pt>
                <c:pt idx="99">
                  <c:v>40.886699999999998</c:v>
                </c:pt>
                <c:pt idx="100">
                  <c:v>41.849800000000002</c:v>
                </c:pt>
                <c:pt idx="101">
                  <c:v>43.203800000000001</c:v>
                </c:pt>
                <c:pt idx="102">
                  <c:v>43.963500000000003</c:v>
                </c:pt>
                <c:pt idx="103">
                  <c:v>44.883099999999999</c:v>
                </c:pt>
                <c:pt idx="104">
                  <c:v>45.662100000000002</c:v>
                </c:pt>
                <c:pt idx="105">
                  <c:v>46.604799999999997</c:v>
                </c:pt>
                <c:pt idx="106">
                  <c:v>47.335700000000003</c:v>
                </c:pt>
                <c:pt idx="107">
                  <c:v>48.055300000000003</c:v>
                </c:pt>
                <c:pt idx="108">
                  <c:v>49.052599999999998</c:v>
                </c:pt>
                <c:pt idx="109">
                  <c:v>49.787300000000002</c:v>
                </c:pt>
                <c:pt idx="110">
                  <c:v>50.832900000000002</c:v>
                </c:pt>
                <c:pt idx="111">
                  <c:v>51.582900000000002</c:v>
                </c:pt>
                <c:pt idx="112">
                  <c:v>52.640599999999999</c:v>
                </c:pt>
                <c:pt idx="113">
                  <c:v>53.460500000000003</c:v>
                </c:pt>
                <c:pt idx="114">
                  <c:v>54.275700000000001</c:v>
                </c:pt>
                <c:pt idx="115">
                  <c:v>55.360799999999998</c:v>
                </c:pt>
                <c:pt idx="116">
                  <c:v>56.181800000000003</c:v>
                </c:pt>
                <c:pt idx="117">
                  <c:v>57.307200000000002</c:v>
                </c:pt>
                <c:pt idx="118">
                  <c:v>57.293700000000001</c:v>
                </c:pt>
                <c:pt idx="119">
                  <c:v>58.339399999999998</c:v>
                </c:pt>
                <c:pt idx="120">
                  <c:v>59.212400000000002</c:v>
                </c:pt>
                <c:pt idx="121">
                  <c:v>60.371699999999997</c:v>
                </c:pt>
                <c:pt idx="122">
                  <c:v>60.965600000000002</c:v>
                </c:pt>
                <c:pt idx="123">
                  <c:v>62.1402</c:v>
                </c:pt>
                <c:pt idx="124">
                  <c:v>63.051499999999997</c:v>
                </c:pt>
                <c:pt idx="125">
                  <c:v>64.371099999999998</c:v>
                </c:pt>
                <c:pt idx="126">
                  <c:v>64.411100000000005</c:v>
                </c:pt>
                <c:pt idx="127">
                  <c:v>65.648899999999998</c:v>
                </c:pt>
                <c:pt idx="128">
                  <c:v>66.544700000000006</c:v>
                </c:pt>
                <c:pt idx="129">
                  <c:v>67.421300000000002</c:v>
                </c:pt>
                <c:pt idx="130">
                  <c:v>68.227500000000006</c:v>
                </c:pt>
                <c:pt idx="131">
                  <c:v>69.511799999999994</c:v>
                </c:pt>
                <c:pt idx="132">
                  <c:v>69.920100000000005</c:v>
                </c:pt>
                <c:pt idx="133">
                  <c:v>70.940200000000004</c:v>
                </c:pt>
                <c:pt idx="134">
                  <c:v>71.914900000000003</c:v>
                </c:pt>
                <c:pt idx="135">
                  <c:v>72.936800000000005</c:v>
                </c:pt>
                <c:pt idx="136">
                  <c:v>73.948300000000003</c:v>
                </c:pt>
                <c:pt idx="137">
                  <c:v>75.350899999999996</c:v>
                </c:pt>
                <c:pt idx="138">
                  <c:v>75.602500000000006</c:v>
                </c:pt>
                <c:pt idx="139">
                  <c:v>76.576599999999999</c:v>
                </c:pt>
                <c:pt idx="140">
                  <c:v>77.5565</c:v>
                </c:pt>
                <c:pt idx="141">
                  <c:v>78.569500000000005</c:v>
                </c:pt>
                <c:pt idx="142">
                  <c:v>79.862799999999993</c:v>
                </c:pt>
                <c:pt idx="143">
                  <c:v>79.8035</c:v>
                </c:pt>
                <c:pt idx="144">
                  <c:v>81.139499999999998</c:v>
                </c:pt>
                <c:pt idx="145">
                  <c:v>82.174999999999997</c:v>
                </c:pt>
                <c:pt idx="146">
                  <c:v>83.278899999999993</c:v>
                </c:pt>
                <c:pt idx="147">
                  <c:v>84.320300000000003</c:v>
                </c:pt>
                <c:pt idx="148">
                  <c:v>85.341099999999997</c:v>
                </c:pt>
                <c:pt idx="149">
                  <c:v>85.766400000000004</c:v>
                </c:pt>
                <c:pt idx="150">
                  <c:v>87.165599999999998</c:v>
                </c:pt>
                <c:pt idx="151">
                  <c:v>88.307400000000001</c:v>
                </c:pt>
                <c:pt idx="152">
                  <c:v>89.387299999999996</c:v>
                </c:pt>
                <c:pt idx="153">
                  <c:v>89.672899999999998</c:v>
                </c:pt>
                <c:pt idx="154">
                  <c:v>90.780600000000007</c:v>
                </c:pt>
                <c:pt idx="155">
                  <c:v>92.287700000000001</c:v>
                </c:pt>
                <c:pt idx="156">
                  <c:v>93.331400000000002</c:v>
                </c:pt>
                <c:pt idx="157">
                  <c:v>94.383700000000005</c:v>
                </c:pt>
                <c:pt idx="158">
                  <c:v>94.857399999999998</c:v>
                </c:pt>
                <c:pt idx="159">
                  <c:v>95.962400000000002</c:v>
                </c:pt>
                <c:pt idx="160">
                  <c:v>97.014399999999995</c:v>
                </c:pt>
                <c:pt idx="161">
                  <c:v>98.544799999999995</c:v>
                </c:pt>
                <c:pt idx="162">
                  <c:v>99.308099999999996</c:v>
                </c:pt>
                <c:pt idx="163">
                  <c:v>99.747399999999999</c:v>
                </c:pt>
                <c:pt idx="164">
                  <c:v>101.253</c:v>
                </c:pt>
                <c:pt idx="165">
                  <c:v>102.39790000000001</c:v>
                </c:pt>
                <c:pt idx="166">
                  <c:v>103.5543</c:v>
                </c:pt>
                <c:pt idx="167">
                  <c:v>105.10080000000001</c:v>
                </c:pt>
                <c:pt idx="168">
                  <c:v>105.072</c:v>
                </c:pt>
                <c:pt idx="169">
                  <c:v>106.2139</c:v>
                </c:pt>
                <c:pt idx="170">
                  <c:v>107.7411</c:v>
                </c:pt>
                <c:pt idx="171">
                  <c:v>108.8716</c:v>
                </c:pt>
                <c:pt idx="172">
                  <c:v>110.1176</c:v>
                </c:pt>
                <c:pt idx="173">
                  <c:v>110.4777</c:v>
                </c:pt>
                <c:pt idx="174">
                  <c:v>111.7175</c:v>
                </c:pt>
                <c:pt idx="175">
                  <c:v>112.88809999999999</c:v>
                </c:pt>
                <c:pt idx="176">
                  <c:v>114.5275</c:v>
                </c:pt>
                <c:pt idx="177">
                  <c:v>115.7578</c:v>
                </c:pt>
                <c:pt idx="178">
                  <c:v>116.06310000000001</c:v>
                </c:pt>
                <c:pt idx="179">
                  <c:v>117.2106</c:v>
                </c:pt>
                <c:pt idx="180">
                  <c:v>118.5352</c:v>
                </c:pt>
                <c:pt idx="181">
                  <c:v>120.06059999999999</c:v>
                </c:pt>
                <c:pt idx="182">
                  <c:v>121.3159</c:v>
                </c:pt>
                <c:pt idx="183">
                  <c:v>121.73779999999999</c:v>
                </c:pt>
                <c:pt idx="184">
                  <c:v>122.94159999999999</c:v>
                </c:pt>
                <c:pt idx="185">
                  <c:v>124.5175</c:v>
                </c:pt>
                <c:pt idx="186">
                  <c:v>125.3733</c:v>
                </c:pt>
                <c:pt idx="187">
                  <c:v>126.6609</c:v>
                </c:pt>
                <c:pt idx="188">
                  <c:v>127.0621</c:v>
                </c:pt>
                <c:pt idx="189">
                  <c:v>128.7895</c:v>
                </c:pt>
                <c:pt idx="190">
                  <c:v>130.08000000000001</c:v>
                </c:pt>
                <c:pt idx="191">
                  <c:v>131.36770000000001</c:v>
                </c:pt>
                <c:pt idx="192">
                  <c:v>132.68299999999999</c:v>
                </c:pt>
                <c:pt idx="193">
                  <c:v>134.41909999999999</c:v>
                </c:pt>
                <c:pt idx="194">
                  <c:v>134.4222</c:v>
                </c:pt>
                <c:pt idx="195">
                  <c:v>136.09729999999999</c:v>
                </c:pt>
                <c:pt idx="196">
                  <c:v>137.3843</c:v>
                </c:pt>
                <c:pt idx="197">
                  <c:v>139.2499</c:v>
                </c:pt>
                <c:pt idx="198">
                  <c:v>140.59819999999999</c:v>
                </c:pt>
                <c:pt idx="199">
                  <c:v>140.59690000000001</c:v>
                </c:pt>
                <c:pt idx="200">
                  <c:v>141.94640000000001</c:v>
                </c:pt>
                <c:pt idx="201">
                  <c:v>143.78039999999999</c:v>
                </c:pt>
                <c:pt idx="202">
                  <c:v>145.09</c:v>
                </c:pt>
                <c:pt idx="203">
                  <c:v>146.95179999999999</c:v>
                </c:pt>
                <c:pt idx="204">
                  <c:v>148.3083</c:v>
                </c:pt>
                <c:pt idx="205">
                  <c:v>148.7808</c:v>
                </c:pt>
                <c:pt idx="206">
                  <c:v>150.16820000000001</c:v>
                </c:pt>
                <c:pt idx="207">
                  <c:v>151.54079999999999</c:v>
                </c:pt>
                <c:pt idx="208">
                  <c:v>152.89949999999999</c:v>
                </c:pt>
                <c:pt idx="209">
                  <c:v>154.58369999999999</c:v>
                </c:pt>
                <c:pt idx="210">
                  <c:v>155.0326</c:v>
                </c:pt>
                <c:pt idx="211">
                  <c:v>156.44409999999999</c:v>
                </c:pt>
                <c:pt idx="212">
                  <c:v>157.84180000000001</c:v>
                </c:pt>
                <c:pt idx="213">
                  <c:v>159.23400000000001</c:v>
                </c:pt>
                <c:pt idx="214">
                  <c:v>160.61590000000001</c:v>
                </c:pt>
                <c:pt idx="215">
                  <c:v>162.5171</c:v>
                </c:pt>
                <c:pt idx="216">
                  <c:v>162.93190000000001</c:v>
                </c:pt>
                <c:pt idx="217">
                  <c:v>164.34360000000001</c:v>
                </c:pt>
                <c:pt idx="218">
                  <c:v>165.7508</c:v>
                </c:pt>
                <c:pt idx="219">
                  <c:v>167.6688</c:v>
                </c:pt>
                <c:pt idx="220">
                  <c:v>169.13149999999999</c:v>
                </c:pt>
                <c:pt idx="221">
                  <c:v>169.13939999999999</c:v>
                </c:pt>
                <c:pt idx="222">
                  <c:v>171.0744</c:v>
                </c:pt>
                <c:pt idx="223">
                  <c:v>172.52289999999999</c:v>
                </c:pt>
                <c:pt idx="224">
                  <c:v>174.29769999999999</c:v>
                </c:pt>
                <c:pt idx="225">
                  <c:v>175.69139999999999</c:v>
                </c:pt>
                <c:pt idx="226">
                  <c:v>177.77709999999999</c:v>
                </c:pt>
                <c:pt idx="227">
                  <c:v>179.303</c:v>
                </c:pt>
                <c:pt idx="228">
                  <c:v>179.8254</c:v>
                </c:pt>
                <c:pt idx="229">
                  <c:v>180.8006</c:v>
                </c:pt>
                <c:pt idx="230">
                  <c:v>182.8929</c:v>
                </c:pt>
                <c:pt idx="231">
                  <c:v>184.47210000000001</c:v>
                </c:pt>
                <c:pt idx="232">
                  <c:v>186.542</c:v>
                </c:pt>
                <c:pt idx="233">
                  <c:v>188.0702</c:v>
                </c:pt>
                <c:pt idx="234">
                  <c:v>190.02709999999999</c:v>
                </c:pt>
                <c:pt idx="235">
                  <c:v>191.5146</c:v>
                </c:pt>
                <c:pt idx="236">
                  <c:v>193.46299999999999</c:v>
                </c:pt>
                <c:pt idx="237">
                  <c:v>195.03120000000001</c:v>
                </c:pt>
                <c:pt idx="238">
                  <c:v>195.5943</c:v>
                </c:pt>
                <c:pt idx="239">
                  <c:v>196.6078</c:v>
                </c:pt>
                <c:pt idx="240">
                  <c:v>198.76169999999999</c:v>
                </c:pt>
                <c:pt idx="241">
                  <c:v>200.5864</c:v>
                </c:pt>
                <c:pt idx="242">
                  <c:v>203.4205</c:v>
                </c:pt>
                <c:pt idx="243">
                  <c:v>204.70750000000001</c:v>
                </c:pt>
                <c:pt idx="244">
                  <c:v>206.0865</c:v>
                </c:pt>
                <c:pt idx="245">
                  <c:v>207.88239999999999</c:v>
                </c:pt>
                <c:pt idx="246">
                  <c:v>209.22749999999999</c:v>
                </c:pt>
                <c:pt idx="247">
                  <c:v>209.7303</c:v>
                </c:pt>
                <c:pt idx="248">
                  <c:v>211.86240000000001</c:v>
                </c:pt>
                <c:pt idx="249">
                  <c:v>213.85849999999999</c:v>
                </c:pt>
                <c:pt idx="250">
                  <c:v>215.97499999999999</c:v>
                </c:pt>
                <c:pt idx="251">
                  <c:v>217.4228</c:v>
                </c:pt>
                <c:pt idx="252">
                  <c:v>219.2621</c:v>
                </c:pt>
                <c:pt idx="253">
                  <c:v>221.6797</c:v>
                </c:pt>
                <c:pt idx="254">
                  <c:v>223.01159999999999</c:v>
                </c:pt>
                <c:pt idx="255">
                  <c:v>224.53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A20-4D82-A57E-CFA7E2847B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95940960"/>
        <c:axId val="1631113664"/>
      </c:lineChart>
      <c:catAx>
        <c:axId val="1995940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631113664"/>
        <c:crosses val="autoZero"/>
        <c:auto val="1"/>
        <c:lblAlgn val="ctr"/>
        <c:lblOffset val="100"/>
        <c:noMultiLvlLbl val="0"/>
      </c:catAx>
      <c:valAx>
        <c:axId val="1631113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995940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Gamma2.0_6500</a:t>
            </a:r>
            <a:endParaRPr lang="zh-TW" altLang="en-US"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'Gamma 2.0  6500K'!$C$16</c:f>
              <c:strCache>
                <c:ptCount val="1"/>
                <c:pt idx="0">
                  <c:v>-10%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'Gamma 2.0  6500K'!$B$17:$B$272</c:f>
              <c:numCache>
                <c:formatCode>General</c:formatCode>
                <c:ptCount val="25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</c:numCache>
            </c:numRef>
          </c:cat>
          <c:val>
            <c:numRef>
              <c:f>'Gamma 2.0  6500K'!$C$17:$C$272</c:f>
              <c:numCache>
                <c:formatCode>0.00_ </c:formatCode>
                <c:ptCount val="256"/>
                <c:pt idx="0">
                  <c:v>3.1274554527130794E-4</c:v>
                </c:pt>
                <c:pt idx="1">
                  <c:v>5.3878141398733866E-3</c:v>
                </c:pt>
                <c:pt idx="2">
                  <c:v>1.6671677198143279E-2</c:v>
                </c:pt>
                <c:pt idx="3">
                  <c:v>3.4164334720080999E-2</c:v>
                </c:pt>
                <c:pt idx="4">
                  <c:v>5.7865786705686546E-2</c:v>
                </c:pt>
                <c:pt idx="5">
                  <c:v>8.7776033154959895E-2</c:v>
                </c:pt>
                <c:pt idx="6">
                  <c:v>0.12389507406790107</c:v>
                </c:pt>
                <c:pt idx="7">
                  <c:v>0.16622290944451007</c:v>
                </c:pt>
                <c:pt idx="8">
                  <c:v>0.21475953928478683</c:v>
                </c:pt>
                <c:pt idx="9">
                  <c:v>0.26950496358873149</c:v>
                </c:pt>
                <c:pt idx="10">
                  <c:v>0.33045918235634397</c:v>
                </c:pt>
                <c:pt idx="11">
                  <c:v>0.39762219558762424</c:v>
                </c:pt>
                <c:pt idx="12">
                  <c:v>0.47099400328257235</c:v>
                </c:pt>
                <c:pt idx="13">
                  <c:v>0.55057460544118819</c:v>
                </c:pt>
                <c:pt idx="14">
                  <c:v>0.63636400206347199</c:v>
                </c:pt>
                <c:pt idx="15">
                  <c:v>0.72836219314942352</c:v>
                </c:pt>
                <c:pt idx="16">
                  <c:v>0.82656917869904278</c:v>
                </c:pt>
                <c:pt idx="17">
                  <c:v>0.93098495871232989</c:v>
                </c:pt>
                <c:pt idx="18">
                  <c:v>1.0416095331892852</c:v>
                </c:pt>
                <c:pt idx="19">
                  <c:v>1.1584429021299081</c:v>
                </c:pt>
                <c:pt idx="20">
                  <c:v>1.2814850655341987</c:v>
                </c:pt>
                <c:pt idx="21">
                  <c:v>1.4107360234021571</c:v>
                </c:pt>
                <c:pt idx="22">
                  <c:v>1.5461957757337834</c:v>
                </c:pt>
                <c:pt idx="23">
                  <c:v>1.6878643225290773</c:v>
                </c:pt>
                <c:pt idx="24">
                  <c:v>1.8357416637880397</c:v>
                </c:pt>
                <c:pt idx="25">
                  <c:v>1.989827799510669</c:v>
                </c:pt>
                <c:pt idx="26">
                  <c:v>2.1501227296969665</c:v>
                </c:pt>
                <c:pt idx="27">
                  <c:v>2.3166264543469319</c:v>
                </c:pt>
                <c:pt idx="28">
                  <c:v>2.4893389734605655</c:v>
                </c:pt>
                <c:pt idx="29">
                  <c:v>2.668260287037866</c:v>
                </c:pt>
                <c:pt idx="30">
                  <c:v>2.8533903950788351</c:v>
                </c:pt>
                <c:pt idx="31">
                  <c:v>3.0447292975834719</c:v>
                </c:pt>
                <c:pt idx="32">
                  <c:v>3.2422769945517773</c:v>
                </c:pt>
                <c:pt idx="33">
                  <c:v>3.4460334859837487</c:v>
                </c:pt>
                <c:pt idx="34">
                  <c:v>3.6559987718793892</c:v>
                </c:pt>
                <c:pt idx="35">
                  <c:v>3.8721728522386969</c:v>
                </c:pt>
                <c:pt idx="36">
                  <c:v>4.0945557270616728</c:v>
                </c:pt>
                <c:pt idx="37">
                  <c:v>4.3231473963483165</c:v>
                </c:pt>
                <c:pt idx="38">
                  <c:v>4.5579478600986283</c:v>
                </c:pt>
                <c:pt idx="39">
                  <c:v>4.7989571183126065</c:v>
                </c:pt>
                <c:pt idx="40">
                  <c:v>5.0461751709902547</c:v>
                </c:pt>
                <c:pt idx="41">
                  <c:v>5.2996020181315684</c:v>
                </c:pt>
                <c:pt idx="42">
                  <c:v>5.559237659736552</c:v>
                </c:pt>
                <c:pt idx="43">
                  <c:v>5.8250820958052021</c:v>
                </c:pt>
                <c:pt idx="44">
                  <c:v>6.0971353263375212</c:v>
                </c:pt>
                <c:pt idx="45">
                  <c:v>6.3753973513335067</c:v>
                </c:pt>
                <c:pt idx="46">
                  <c:v>6.6598681707931613</c:v>
                </c:pt>
                <c:pt idx="47">
                  <c:v>6.9505477847164823</c:v>
                </c:pt>
                <c:pt idx="48">
                  <c:v>7.2474361931034732</c:v>
                </c:pt>
                <c:pt idx="49">
                  <c:v>7.5505333959541288</c:v>
                </c:pt>
                <c:pt idx="50">
                  <c:v>7.8598393932684552</c:v>
                </c:pt>
                <c:pt idx="51">
                  <c:v>8.175354185046448</c:v>
                </c:pt>
                <c:pt idx="52">
                  <c:v>8.4970777712881098</c:v>
                </c:pt>
                <c:pt idx="53">
                  <c:v>8.8250101519934354</c:v>
                </c:pt>
                <c:pt idx="54">
                  <c:v>9.1591513271624354</c:v>
                </c:pt>
                <c:pt idx="55">
                  <c:v>9.4995012967950974</c:v>
                </c:pt>
                <c:pt idx="56">
                  <c:v>9.8460600608914319</c:v>
                </c:pt>
                <c:pt idx="57">
                  <c:v>10.198827619451428</c:v>
                </c:pt>
                <c:pt idx="58">
                  <c:v>10.557803972475099</c:v>
                </c:pt>
                <c:pt idx="59">
                  <c:v>10.922989119962434</c:v>
                </c:pt>
                <c:pt idx="60">
                  <c:v>11.294383061913438</c:v>
                </c:pt>
                <c:pt idx="61">
                  <c:v>11.671985798328107</c:v>
                </c:pt>
                <c:pt idx="62">
                  <c:v>12.055797329206447</c:v>
                </c:pt>
                <c:pt idx="63">
                  <c:v>12.445817654548453</c:v>
                </c:pt>
                <c:pt idx="64">
                  <c:v>12.842046774354131</c:v>
                </c:pt>
                <c:pt idx="65">
                  <c:v>13.244484688623475</c:v>
                </c:pt>
                <c:pt idx="66">
                  <c:v>13.653131397356484</c:v>
                </c:pt>
                <c:pt idx="67">
                  <c:v>14.067986900553166</c:v>
                </c:pt>
                <c:pt idx="68">
                  <c:v>14.48905119821351</c:v>
                </c:pt>
                <c:pt idx="69">
                  <c:v>14.916324290337524</c:v>
                </c:pt>
                <c:pt idx="70">
                  <c:v>15.349806176925204</c:v>
                </c:pt>
                <c:pt idx="71">
                  <c:v>15.789496857976557</c:v>
                </c:pt>
                <c:pt idx="72">
                  <c:v>16.235396333491572</c:v>
                </c:pt>
                <c:pt idx="73">
                  <c:v>16.687504603470256</c:v>
                </c:pt>
                <c:pt idx="74">
                  <c:v>17.145821667912607</c:v>
                </c:pt>
                <c:pt idx="75">
                  <c:v>17.610347526818636</c:v>
                </c:pt>
                <c:pt idx="76">
                  <c:v>18.081082180188318</c:v>
                </c:pt>
                <c:pt idx="77">
                  <c:v>18.558025628021678</c:v>
                </c:pt>
                <c:pt idx="78">
                  <c:v>19.041177870318698</c:v>
                </c:pt>
                <c:pt idx="79">
                  <c:v>19.530538907079396</c:v>
                </c:pt>
                <c:pt idx="80">
                  <c:v>20.026108738303755</c:v>
                </c:pt>
                <c:pt idx="81">
                  <c:v>20.52788736399178</c:v>
                </c:pt>
                <c:pt idx="82">
                  <c:v>21.035874784143473</c:v>
                </c:pt>
                <c:pt idx="83">
                  <c:v>21.550070998758841</c:v>
                </c:pt>
                <c:pt idx="84">
                  <c:v>22.070476007837872</c:v>
                </c:pt>
                <c:pt idx="85">
                  <c:v>22.59708981138057</c:v>
                </c:pt>
                <c:pt idx="86">
                  <c:v>23.129912409386932</c:v>
                </c:pt>
                <c:pt idx="87">
                  <c:v>23.668943801856976</c:v>
                </c:pt>
                <c:pt idx="88">
                  <c:v>24.214183988790673</c:v>
                </c:pt>
                <c:pt idx="89">
                  <c:v>24.765632970188044</c:v>
                </c:pt>
                <c:pt idx="90">
                  <c:v>25.323290746049075</c:v>
                </c:pt>
                <c:pt idx="91">
                  <c:v>25.887157316373788</c:v>
                </c:pt>
                <c:pt idx="92">
                  <c:v>26.457232681162164</c:v>
                </c:pt>
                <c:pt idx="93">
                  <c:v>27.033516840414201</c:v>
                </c:pt>
                <c:pt idx="94">
                  <c:v>27.616009794129909</c:v>
                </c:pt>
                <c:pt idx="95">
                  <c:v>28.204711542309294</c:v>
                </c:pt>
                <c:pt idx="96">
                  <c:v>28.799622084952333</c:v>
                </c:pt>
                <c:pt idx="97">
                  <c:v>29.400741422059049</c:v>
                </c:pt>
                <c:pt idx="98">
                  <c:v>30.008069553629426</c:v>
                </c:pt>
                <c:pt idx="99">
                  <c:v>30.62160647966348</c:v>
                </c:pt>
                <c:pt idx="100">
                  <c:v>31.241352200161195</c:v>
                </c:pt>
                <c:pt idx="101">
                  <c:v>31.86730671512257</c:v>
                </c:pt>
                <c:pt idx="102">
                  <c:v>32.49947002454762</c:v>
                </c:pt>
                <c:pt idx="103">
                  <c:v>33.137842128436354</c:v>
                </c:pt>
                <c:pt idx="104">
                  <c:v>33.782423026788734</c:v>
                </c:pt>
                <c:pt idx="105">
                  <c:v>34.433212719604789</c:v>
                </c:pt>
                <c:pt idx="106">
                  <c:v>35.090211206884511</c:v>
                </c:pt>
                <c:pt idx="107">
                  <c:v>35.753418488627908</c:v>
                </c:pt>
                <c:pt idx="108">
                  <c:v>36.422834564834972</c:v>
                </c:pt>
                <c:pt idx="109">
                  <c:v>37.098459435505688</c:v>
                </c:pt>
                <c:pt idx="110">
                  <c:v>37.78029310064008</c:v>
                </c:pt>
                <c:pt idx="111">
                  <c:v>38.468335560238152</c:v>
                </c:pt>
                <c:pt idx="112">
                  <c:v>39.162586814299878</c:v>
                </c:pt>
                <c:pt idx="113">
                  <c:v>39.863046862825271</c:v>
                </c:pt>
                <c:pt idx="114">
                  <c:v>40.569715705814332</c:v>
                </c:pt>
                <c:pt idx="115">
                  <c:v>41.282593343267074</c:v>
                </c:pt>
                <c:pt idx="116">
                  <c:v>42.001679775183476</c:v>
                </c:pt>
                <c:pt idx="117">
                  <c:v>42.726975001563538</c:v>
                </c:pt>
                <c:pt idx="118">
                  <c:v>43.458479022407275</c:v>
                </c:pt>
                <c:pt idx="119">
                  <c:v>44.196191837714693</c:v>
                </c:pt>
                <c:pt idx="120">
                  <c:v>44.940113447485764</c:v>
                </c:pt>
                <c:pt idx="121">
                  <c:v>45.690243851720496</c:v>
                </c:pt>
                <c:pt idx="122">
                  <c:v>46.446583050418901</c:v>
                </c:pt>
                <c:pt idx="123">
                  <c:v>47.209131043580989</c:v>
                </c:pt>
                <c:pt idx="124">
                  <c:v>47.977887831206729</c:v>
                </c:pt>
                <c:pt idx="125">
                  <c:v>48.752853413296137</c:v>
                </c:pt>
                <c:pt idx="126">
                  <c:v>49.534027789849219</c:v>
                </c:pt>
                <c:pt idx="127">
                  <c:v>50.321410960865975</c:v>
                </c:pt>
                <c:pt idx="128">
                  <c:v>51.115002926346371</c:v>
                </c:pt>
                <c:pt idx="129">
                  <c:v>51.914803686290455</c:v>
                </c:pt>
                <c:pt idx="130">
                  <c:v>52.720813240698199</c:v>
                </c:pt>
                <c:pt idx="131">
                  <c:v>53.533031589569617</c:v>
                </c:pt>
                <c:pt idx="132">
                  <c:v>54.351458732904703</c:v>
                </c:pt>
                <c:pt idx="133">
                  <c:v>55.176094670703478</c:v>
                </c:pt>
                <c:pt idx="134">
                  <c:v>56.006939402965891</c:v>
                </c:pt>
                <c:pt idx="135">
                  <c:v>56.843992929691979</c:v>
                </c:pt>
                <c:pt idx="136">
                  <c:v>57.687255250881741</c:v>
                </c:pt>
                <c:pt idx="137">
                  <c:v>58.536726366535156</c:v>
                </c:pt>
                <c:pt idx="138">
                  <c:v>59.392406276652252</c:v>
                </c:pt>
                <c:pt idx="139">
                  <c:v>60.254294981233002</c:v>
                </c:pt>
                <c:pt idx="140">
                  <c:v>61.122392480277426</c:v>
                </c:pt>
                <c:pt idx="141">
                  <c:v>61.996698773785546</c:v>
                </c:pt>
                <c:pt idx="142">
                  <c:v>62.877213861757319</c:v>
                </c:pt>
                <c:pt idx="143">
                  <c:v>63.763937744192745</c:v>
                </c:pt>
                <c:pt idx="144">
                  <c:v>64.656870421091838</c:v>
                </c:pt>
                <c:pt idx="145">
                  <c:v>65.55601189245462</c:v>
                </c:pt>
                <c:pt idx="146">
                  <c:v>66.461362158281048</c:v>
                </c:pt>
                <c:pt idx="147">
                  <c:v>67.372921218571122</c:v>
                </c:pt>
                <c:pt idx="148">
                  <c:v>68.290689073324899</c:v>
                </c:pt>
                <c:pt idx="149">
                  <c:v>69.214665722542378</c:v>
                </c:pt>
                <c:pt idx="150">
                  <c:v>70.144851166223475</c:v>
                </c:pt>
                <c:pt idx="151">
                  <c:v>71.081245404368232</c:v>
                </c:pt>
                <c:pt idx="152">
                  <c:v>72.023848436976678</c:v>
                </c:pt>
                <c:pt idx="153">
                  <c:v>72.972660264048784</c:v>
                </c:pt>
                <c:pt idx="154">
                  <c:v>73.927680885584564</c:v>
                </c:pt>
                <c:pt idx="155">
                  <c:v>74.888910301584005</c:v>
                </c:pt>
                <c:pt idx="156">
                  <c:v>75.85634851204712</c:v>
                </c:pt>
                <c:pt idx="157">
                  <c:v>76.829995516973923</c:v>
                </c:pt>
                <c:pt idx="158">
                  <c:v>77.809851316364373</c:v>
                </c:pt>
                <c:pt idx="159">
                  <c:v>78.795915910218483</c:v>
                </c:pt>
                <c:pt idx="160">
                  <c:v>79.788189298536267</c:v>
                </c:pt>
                <c:pt idx="161">
                  <c:v>80.786671481317711</c:v>
                </c:pt>
                <c:pt idx="162">
                  <c:v>81.79136245856283</c:v>
                </c:pt>
                <c:pt idx="163">
                  <c:v>82.802262230271623</c:v>
                </c:pt>
                <c:pt idx="164">
                  <c:v>83.819370796444076</c:v>
                </c:pt>
                <c:pt idx="165">
                  <c:v>84.842688157080232</c:v>
                </c:pt>
                <c:pt idx="166">
                  <c:v>85.872214312180006</c:v>
                </c:pt>
                <c:pt idx="167">
                  <c:v>86.907949261743454</c:v>
                </c:pt>
                <c:pt idx="168">
                  <c:v>87.949893005770576</c:v>
                </c:pt>
                <c:pt idx="169">
                  <c:v>88.998045544261387</c:v>
                </c:pt>
                <c:pt idx="170">
                  <c:v>90.052406877215844</c:v>
                </c:pt>
                <c:pt idx="171">
                  <c:v>91.112977004633976</c:v>
                </c:pt>
                <c:pt idx="172">
                  <c:v>92.179755926515767</c:v>
                </c:pt>
                <c:pt idx="173">
                  <c:v>93.252743642861262</c:v>
                </c:pt>
                <c:pt idx="174">
                  <c:v>94.331940153670388</c:v>
                </c:pt>
                <c:pt idx="175">
                  <c:v>95.417345458943203</c:v>
                </c:pt>
                <c:pt idx="176">
                  <c:v>96.508959558679663</c:v>
                </c:pt>
                <c:pt idx="177">
                  <c:v>97.606782452879784</c:v>
                </c:pt>
                <c:pt idx="178">
                  <c:v>98.710814141543594</c:v>
                </c:pt>
                <c:pt idx="179">
                  <c:v>99.821054624671063</c:v>
                </c:pt>
                <c:pt idx="180">
                  <c:v>100.93750390226219</c:v>
                </c:pt>
                <c:pt idx="181">
                  <c:v>102.06016197431705</c:v>
                </c:pt>
                <c:pt idx="182">
                  <c:v>103.1890288408355</c:v>
                </c:pt>
                <c:pt idx="183">
                  <c:v>104.32410450181764</c:v>
                </c:pt>
                <c:pt idx="184">
                  <c:v>105.46538895726346</c:v>
                </c:pt>
                <c:pt idx="185">
                  <c:v>106.61288220717294</c:v>
                </c:pt>
                <c:pt idx="186">
                  <c:v>107.76658425154608</c:v>
                </c:pt>
                <c:pt idx="187">
                  <c:v>108.9264950903829</c:v>
                </c:pt>
                <c:pt idx="188">
                  <c:v>110.09261472368338</c:v>
                </c:pt>
                <c:pt idx="189">
                  <c:v>111.26494315144755</c:v>
                </c:pt>
                <c:pt idx="190">
                  <c:v>112.44348037367537</c:v>
                </c:pt>
                <c:pt idx="191">
                  <c:v>113.62822639036685</c:v>
                </c:pt>
                <c:pt idx="192">
                  <c:v>114.81918120152201</c:v>
                </c:pt>
                <c:pt idx="193">
                  <c:v>116.01634480714081</c:v>
                </c:pt>
                <c:pt idx="194">
                  <c:v>117.21971720722331</c:v>
                </c:pt>
                <c:pt idx="195">
                  <c:v>118.42929840176947</c:v>
                </c:pt>
                <c:pt idx="196">
                  <c:v>119.64508839077929</c:v>
                </c:pt>
                <c:pt idx="197">
                  <c:v>120.86708717425283</c:v>
                </c:pt>
                <c:pt idx="198">
                  <c:v>122.09529475218997</c:v>
                </c:pt>
                <c:pt idx="199">
                  <c:v>123.3297111245908</c:v>
                </c:pt>
                <c:pt idx="200">
                  <c:v>124.57033629145532</c:v>
                </c:pt>
                <c:pt idx="201">
                  <c:v>125.81717025278346</c:v>
                </c:pt>
                <c:pt idx="202">
                  <c:v>127.07021300857529</c:v>
                </c:pt>
                <c:pt idx="203">
                  <c:v>128.32946455883081</c:v>
                </c:pt>
                <c:pt idx="204">
                  <c:v>129.59492490354995</c:v>
                </c:pt>
                <c:pt idx="205">
                  <c:v>130.86659404273283</c:v>
                </c:pt>
                <c:pt idx="206">
                  <c:v>132.14447197637929</c:v>
                </c:pt>
                <c:pt idx="207">
                  <c:v>133.42855870448949</c:v>
                </c:pt>
                <c:pt idx="208">
                  <c:v>134.7188542270633</c:v>
                </c:pt>
                <c:pt idx="209">
                  <c:v>136.01535854410085</c:v>
                </c:pt>
                <c:pt idx="210">
                  <c:v>137.31807165560201</c:v>
                </c:pt>
                <c:pt idx="211">
                  <c:v>138.62699356156682</c:v>
                </c:pt>
                <c:pt idx="212">
                  <c:v>139.94212426199536</c:v>
                </c:pt>
                <c:pt idx="213">
                  <c:v>141.26346375688755</c:v>
                </c:pt>
                <c:pt idx="214">
                  <c:v>142.59101204624341</c:v>
                </c:pt>
                <c:pt idx="215">
                  <c:v>143.92476913006291</c:v>
                </c:pt>
                <c:pt idx="216">
                  <c:v>145.26473500834609</c:v>
                </c:pt>
                <c:pt idx="217">
                  <c:v>146.61090968109292</c:v>
                </c:pt>
                <c:pt idx="218">
                  <c:v>147.96329314830345</c:v>
                </c:pt>
                <c:pt idx="219">
                  <c:v>149.32188540997763</c:v>
                </c:pt>
                <c:pt idx="220">
                  <c:v>150.68668646611548</c:v>
                </c:pt>
                <c:pt idx="221">
                  <c:v>152.05769631671703</c:v>
                </c:pt>
                <c:pt idx="222">
                  <c:v>153.43491496178223</c:v>
                </c:pt>
                <c:pt idx="223">
                  <c:v>154.81834240131107</c:v>
                </c:pt>
                <c:pt idx="224">
                  <c:v>156.20797863530362</c:v>
                </c:pt>
                <c:pt idx="225">
                  <c:v>157.60382366375978</c:v>
                </c:pt>
                <c:pt idx="226">
                  <c:v>159.00587748667965</c:v>
                </c:pt>
                <c:pt idx="227">
                  <c:v>160.41414010406316</c:v>
                </c:pt>
                <c:pt idx="228">
                  <c:v>161.82861151591035</c:v>
                </c:pt>
                <c:pt idx="229">
                  <c:v>163.24929172222127</c:v>
                </c:pt>
                <c:pt idx="230">
                  <c:v>164.67618072299578</c:v>
                </c:pt>
                <c:pt idx="231">
                  <c:v>166.10927851823399</c:v>
                </c:pt>
                <c:pt idx="232">
                  <c:v>167.54858510793585</c:v>
                </c:pt>
                <c:pt idx="233">
                  <c:v>168.99410049210138</c:v>
                </c:pt>
                <c:pt idx="234">
                  <c:v>170.44582467073056</c:v>
                </c:pt>
                <c:pt idx="235">
                  <c:v>171.90375764382344</c:v>
                </c:pt>
                <c:pt idx="236">
                  <c:v>173.36789941137999</c:v>
                </c:pt>
                <c:pt idx="237">
                  <c:v>174.83824997340022</c:v>
                </c:pt>
                <c:pt idx="238">
                  <c:v>176.3148093298841</c:v>
                </c:pt>
                <c:pt idx="239">
                  <c:v>177.79757748083162</c:v>
                </c:pt>
                <c:pt idx="240">
                  <c:v>179.28655442624284</c:v>
                </c:pt>
                <c:pt idx="241">
                  <c:v>180.78174016611771</c:v>
                </c:pt>
                <c:pt idx="242">
                  <c:v>182.28313470045626</c:v>
                </c:pt>
                <c:pt idx="243">
                  <c:v>183.79073802925848</c:v>
                </c:pt>
                <c:pt idx="244">
                  <c:v>185.30455015252434</c:v>
                </c:pt>
                <c:pt idx="245">
                  <c:v>186.82457107025391</c:v>
                </c:pt>
                <c:pt idx="246">
                  <c:v>188.35080078244715</c:v>
                </c:pt>
                <c:pt idx="247">
                  <c:v>189.88323928910401</c:v>
                </c:pt>
                <c:pt idx="248">
                  <c:v>191.42188659022457</c:v>
                </c:pt>
                <c:pt idx="249">
                  <c:v>192.96674268580878</c:v>
                </c:pt>
                <c:pt idx="250">
                  <c:v>194.51780757585664</c:v>
                </c:pt>
                <c:pt idx="251">
                  <c:v>196.07508126036822</c:v>
                </c:pt>
                <c:pt idx="252">
                  <c:v>197.63856373934343</c:v>
                </c:pt>
                <c:pt idx="253">
                  <c:v>199.20825501278236</c:v>
                </c:pt>
                <c:pt idx="254">
                  <c:v>200.78415508068494</c:v>
                </c:pt>
                <c:pt idx="255">
                  <c:v>201.86342999999999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2B1-449E-8B5C-C53A3A352240}"/>
            </c:ext>
          </c:extLst>
        </c:ser>
        <c:ser>
          <c:idx val="1"/>
          <c:order val="1"/>
          <c:tx>
            <c:strRef>
              <c:f>'Gamma 2.0  6500K'!$D$16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'Gamma 2.0  6500K'!$B$17:$B$272</c:f>
              <c:numCache>
                <c:formatCode>General</c:formatCode>
                <c:ptCount val="25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</c:numCache>
            </c:numRef>
          </c:cat>
          <c:val>
            <c:numRef>
              <c:f>'Gamma 2.0  6500K'!$D$17:$D$272</c:f>
              <c:numCache>
                <c:formatCode>0.00_ </c:formatCode>
                <c:ptCount val="256"/>
                <c:pt idx="0">
                  <c:v>3.4749505030145329E-4</c:v>
                </c:pt>
                <c:pt idx="1">
                  <c:v>5.9864601554148736E-3</c:v>
                </c:pt>
                <c:pt idx="2">
                  <c:v>1.8524085775714755E-2</c:v>
                </c:pt>
                <c:pt idx="3">
                  <c:v>3.7960371911201107E-2</c:v>
                </c:pt>
                <c:pt idx="4">
                  <c:v>6.429531856187394E-2</c:v>
                </c:pt>
                <c:pt idx="5">
                  <c:v>9.7528925727733223E-2</c:v>
                </c:pt>
                <c:pt idx="6">
                  <c:v>0.13766119340877897</c:v>
                </c:pt>
                <c:pt idx="7">
                  <c:v>0.18469212160501119</c:v>
                </c:pt>
                <c:pt idx="8">
                  <c:v>0.23862171031642981</c:v>
                </c:pt>
                <c:pt idx="9">
                  <c:v>0.29944995954303499</c:v>
                </c:pt>
                <c:pt idx="10">
                  <c:v>0.36717686928482662</c:v>
                </c:pt>
                <c:pt idx="11">
                  <c:v>0.4418024395418047</c:v>
                </c:pt>
                <c:pt idx="12">
                  <c:v>0.52332667031396929</c:v>
                </c:pt>
                <c:pt idx="13">
                  <c:v>0.61174956160132021</c:v>
                </c:pt>
                <c:pt idx="14">
                  <c:v>0.70707111340385775</c:v>
                </c:pt>
                <c:pt idx="15">
                  <c:v>0.80929132572158169</c:v>
                </c:pt>
                <c:pt idx="16">
                  <c:v>0.91841019855449202</c:v>
                </c:pt>
                <c:pt idx="17">
                  <c:v>1.0344277319025887</c:v>
                </c:pt>
                <c:pt idx="18">
                  <c:v>1.1573439257658724</c:v>
                </c:pt>
                <c:pt idx="19">
                  <c:v>1.2871587801443423</c:v>
                </c:pt>
                <c:pt idx="20">
                  <c:v>1.4238722950379985</c:v>
                </c:pt>
                <c:pt idx="21">
                  <c:v>1.5674844704468411</c:v>
                </c:pt>
                <c:pt idx="22">
                  <c:v>1.7179953063708704</c:v>
                </c:pt>
                <c:pt idx="23">
                  <c:v>1.8754048028100858</c:v>
                </c:pt>
                <c:pt idx="24">
                  <c:v>2.0397129597644885</c:v>
                </c:pt>
                <c:pt idx="25">
                  <c:v>2.2109197772340767</c:v>
                </c:pt>
                <c:pt idx="26">
                  <c:v>2.3890252552188516</c:v>
                </c:pt>
                <c:pt idx="27">
                  <c:v>2.5740293937188135</c:v>
                </c:pt>
                <c:pt idx="28">
                  <c:v>2.7659321927339615</c:v>
                </c:pt>
                <c:pt idx="29">
                  <c:v>2.9647336522642957</c:v>
                </c:pt>
                <c:pt idx="30">
                  <c:v>3.1704337723098166</c:v>
                </c:pt>
                <c:pt idx="31">
                  <c:v>3.3830325528705241</c:v>
                </c:pt>
                <c:pt idx="32">
                  <c:v>3.602529993946419</c:v>
                </c:pt>
                <c:pt idx="33">
                  <c:v>3.8289260955374984</c:v>
                </c:pt>
                <c:pt idx="34">
                  <c:v>4.0622208576437657</c:v>
                </c:pt>
                <c:pt idx="35">
                  <c:v>4.3024142802652188</c:v>
                </c:pt>
                <c:pt idx="36">
                  <c:v>4.5495063634018589</c:v>
                </c:pt>
                <c:pt idx="37">
                  <c:v>4.8034971070536852</c:v>
                </c:pt>
                <c:pt idx="38">
                  <c:v>5.0643865112206985</c:v>
                </c:pt>
                <c:pt idx="39">
                  <c:v>5.3321745759028962</c:v>
                </c:pt>
                <c:pt idx="40">
                  <c:v>5.6068613011002828</c:v>
                </c:pt>
                <c:pt idx="41">
                  <c:v>5.8884466868128538</c:v>
                </c:pt>
                <c:pt idx="42">
                  <c:v>6.1769307330406136</c:v>
                </c:pt>
                <c:pt idx="43">
                  <c:v>6.4723134397835578</c:v>
                </c:pt>
                <c:pt idx="44">
                  <c:v>6.7745948070416899</c:v>
                </c:pt>
                <c:pt idx="45">
                  <c:v>7.0837748348150074</c:v>
                </c:pt>
                <c:pt idx="46">
                  <c:v>7.3998535231035127</c:v>
                </c:pt>
                <c:pt idx="47">
                  <c:v>7.7228308719072025</c:v>
                </c:pt>
                <c:pt idx="48">
                  <c:v>8.0527068812260811</c:v>
                </c:pt>
                <c:pt idx="49">
                  <c:v>8.3894815510601433</c:v>
                </c:pt>
                <c:pt idx="50">
                  <c:v>8.7331548814093942</c:v>
                </c:pt>
                <c:pt idx="51">
                  <c:v>9.0837268722738305</c:v>
                </c:pt>
                <c:pt idx="52">
                  <c:v>9.4411975236534555</c:v>
                </c:pt>
                <c:pt idx="53">
                  <c:v>9.8055668355482624</c:v>
                </c:pt>
                <c:pt idx="54">
                  <c:v>10.176834807958262</c:v>
                </c:pt>
                <c:pt idx="55">
                  <c:v>10.555001440883441</c:v>
                </c:pt>
                <c:pt idx="56">
                  <c:v>10.940066734323812</c:v>
                </c:pt>
                <c:pt idx="57">
                  <c:v>11.332030688279366</c:v>
                </c:pt>
                <c:pt idx="58">
                  <c:v>11.730893302750109</c:v>
                </c:pt>
                <c:pt idx="59">
                  <c:v>12.136654577736037</c:v>
                </c:pt>
                <c:pt idx="60">
                  <c:v>12.549314513237153</c:v>
                </c:pt>
                <c:pt idx="61">
                  <c:v>12.968873109253453</c:v>
                </c:pt>
                <c:pt idx="62">
                  <c:v>13.395330365784941</c:v>
                </c:pt>
                <c:pt idx="63">
                  <c:v>13.828686282831615</c:v>
                </c:pt>
                <c:pt idx="64">
                  <c:v>14.26894086039348</c:v>
                </c:pt>
                <c:pt idx="65">
                  <c:v>14.716094098470528</c:v>
                </c:pt>
                <c:pt idx="66">
                  <c:v>15.170145997062759</c:v>
                </c:pt>
                <c:pt idx="67">
                  <c:v>15.631096556170185</c:v>
                </c:pt>
                <c:pt idx="68">
                  <c:v>16.098945775792789</c:v>
                </c:pt>
                <c:pt idx="69">
                  <c:v>16.573693655930583</c:v>
                </c:pt>
                <c:pt idx="70">
                  <c:v>17.055340196583561</c:v>
                </c:pt>
                <c:pt idx="71">
                  <c:v>17.54388539775173</c:v>
                </c:pt>
                <c:pt idx="72">
                  <c:v>18.039329259435082</c:v>
                </c:pt>
                <c:pt idx="73">
                  <c:v>18.541671781633617</c:v>
                </c:pt>
                <c:pt idx="74">
                  <c:v>19.05091296434734</c:v>
                </c:pt>
                <c:pt idx="75">
                  <c:v>19.56705280757626</c:v>
                </c:pt>
                <c:pt idx="76">
                  <c:v>20.090091311320354</c:v>
                </c:pt>
                <c:pt idx="77">
                  <c:v>20.620028475579641</c:v>
                </c:pt>
                <c:pt idx="78">
                  <c:v>21.156864300354108</c:v>
                </c:pt>
                <c:pt idx="79">
                  <c:v>21.700598785643773</c:v>
                </c:pt>
                <c:pt idx="80">
                  <c:v>22.251231931448615</c:v>
                </c:pt>
                <c:pt idx="81">
                  <c:v>22.808763737768643</c:v>
                </c:pt>
                <c:pt idx="82">
                  <c:v>23.373194204603859</c:v>
                </c:pt>
                <c:pt idx="83">
                  <c:v>23.944523331954269</c:v>
                </c:pt>
                <c:pt idx="84">
                  <c:v>24.522751119819858</c:v>
                </c:pt>
                <c:pt idx="85">
                  <c:v>25.107877568200632</c:v>
                </c:pt>
                <c:pt idx="86">
                  <c:v>25.699902677096592</c:v>
                </c:pt>
                <c:pt idx="87">
                  <c:v>26.29882644650775</c:v>
                </c:pt>
                <c:pt idx="88">
                  <c:v>26.904648876434081</c:v>
                </c:pt>
                <c:pt idx="89">
                  <c:v>27.517369966875602</c:v>
                </c:pt>
                <c:pt idx="90">
                  <c:v>28.136989717832307</c:v>
                </c:pt>
                <c:pt idx="91">
                  <c:v>28.76350812930421</c:v>
                </c:pt>
                <c:pt idx="92">
                  <c:v>29.396925201291292</c:v>
                </c:pt>
                <c:pt idx="93">
                  <c:v>30.037240933793555</c:v>
                </c:pt>
                <c:pt idx="94">
                  <c:v>30.684455326811012</c:v>
                </c:pt>
                <c:pt idx="95">
                  <c:v>31.338568380343659</c:v>
                </c:pt>
                <c:pt idx="96">
                  <c:v>31.999580094391479</c:v>
                </c:pt>
                <c:pt idx="97">
                  <c:v>32.667490468954497</c:v>
                </c:pt>
                <c:pt idx="98">
                  <c:v>33.342299504032695</c:v>
                </c:pt>
                <c:pt idx="99">
                  <c:v>34.024007199626091</c:v>
                </c:pt>
                <c:pt idx="100">
                  <c:v>34.712613555734663</c:v>
                </c:pt>
                <c:pt idx="101">
                  <c:v>35.408118572358411</c:v>
                </c:pt>
                <c:pt idx="102">
                  <c:v>36.110522249497357</c:v>
                </c:pt>
                <c:pt idx="103">
                  <c:v>36.819824587151501</c:v>
                </c:pt>
                <c:pt idx="104">
                  <c:v>37.536025585320814</c:v>
                </c:pt>
                <c:pt idx="105">
                  <c:v>38.259125244005318</c:v>
                </c:pt>
                <c:pt idx="106">
                  <c:v>38.989123563205013</c:v>
                </c:pt>
                <c:pt idx="107">
                  <c:v>39.726020542919898</c:v>
                </c:pt>
                <c:pt idx="108">
                  <c:v>40.469816183149966</c:v>
                </c:pt>
                <c:pt idx="109">
                  <c:v>41.220510483895211</c:v>
                </c:pt>
                <c:pt idx="110">
                  <c:v>41.978103445155647</c:v>
                </c:pt>
                <c:pt idx="111">
                  <c:v>42.74259506693128</c:v>
                </c:pt>
                <c:pt idx="112">
                  <c:v>43.513985349222089</c:v>
                </c:pt>
                <c:pt idx="113">
                  <c:v>44.292274292028083</c:v>
                </c:pt>
                <c:pt idx="114">
                  <c:v>45.077461895349259</c:v>
                </c:pt>
                <c:pt idx="115">
                  <c:v>45.869548159185641</c:v>
                </c:pt>
                <c:pt idx="116">
                  <c:v>46.668533083537199</c:v>
                </c:pt>
                <c:pt idx="117">
                  <c:v>47.474416668403933</c:v>
                </c:pt>
                <c:pt idx="118">
                  <c:v>48.287198913785865</c:v>
                </c:pt>
                <c:pt idx="119">
                  <c:v>49.106879819682995</c:v>
                </c:pt>
                <c:pt idx="120">
                  <c:v>49.933459386095294</c:v>
                </c:pt>
                <c:pt idx="121">
                  <c:v>50.766937613022776</c:v>
                </c:pt>
                <c:pt idx="122">
                  <c:v>51.607314500465449</c:v>
                </c:pt>
                <c:pt idx="123">
                  <c:v>52.45459004842332</c:v>
                </c:pt>
                <c:pt idx="124">
                  <c:v>53.308764256896367</c:v>
                </c:pt>
                <c:pt idx="125">
                  <c:v>54.169837125884598</c:v>
                </c:pt>
                <c:pt idx="126">
                  <c:v>55.037808655388019</c:v>
                </c:pt>
                <c:pt idx="127">
                  <c:v>55.912678845406639</c:v>
                </c:pt>
                <c:pt idx="128">
                  <c:v>56.794447695940413</c:v>
                </c:pt>
                <c:pt idx="129">
                  <c:v>57.683115206989399</c:v>
                </c:pt>
                <c:pt idx="130">
                  <c:v>58.578681378553554</c:v>
                </c:pt>
                <c:pt idx="131">
                  <c:v>59.481146210632907</c:v>
                </c:pt>
                <c:pt idx="132">
                  <c:v>60.390509703227444</c:v>
                </c:pt>
                <c:pt idx="133">
                  <c:v>61.3067718563372</c:v>
                </c:pt>
                <c:pt idx="134">
                  <c:v>62.229932669962103</c:v>
                </c:pt>
                <c:pt idx="135">
                  <c:v>63.159992144102198</c:v>
                </c:pt>
                <c:pt idx="136">
                  <c:v>64.09695027875749</c:v>
                </c:pt>
                <c:pt idx="137">
                  <c:v>65.040807073927951</c:v>
                </c:pt>
                <c:pt idx="138">
                  <c:v>65.991562529613617</c:v>
                </c:pt>
                <c:pt idx="139">
                  <c:v>66.949216645814445</c:v>
                </c:pt>
                <c:pt idx="140">
                  <c:v>67.913769422530478</c:v>
                </c:pt>
                <c:pt idx="141">
                  <c:v>68.885220859761716</c:v>
                </c:pt>
                <c:pt idx="142">
                  <c:v>69.863570957508131</c:v>
                </c:pt>
                <c:pt idx="143">
                  <c:v>70.848819715769721</c:v>
                </c:pt>
                <c:pt idx="144">
                  <c:v>71.840967134546489</c:v>
                </c:pt>
                <c:pt idx="145">
                  <c:v>72.840013213838461</c:v>
                </c:pt>
                <c:pt idx="146">
                  <c:v>73.845957953645609</c:v>
                </c:pt>
                <c:pt idx="147">
                  <c:v>74.85880135396792</c:v>
                </c:pt>
                <c:pt idx="148">
                  <c:v>75.878543414805449</c:v>
                </c:pt>
                <c:pt idx="149">
                  <c:v>76.905184136158198</c:v>
                </c:pt>
                <c:pt idx="150">
                  <c:v>77.93872351802608</c:v>
                </c:pt>
                <c:pt idx="151">
                  <c:v>78.979161560409153</c:v>
                </c:pt>
                <c:pt idx="152">
                  <c:v>80.026498263307417</c:v>
                </c:pt>
                <c:pt idx="153">
                  <c:v>81.080733626720871</c:v>
                </c:pt>
                <c:pt idx="154">
                  <c:v>82.141867650649516</c:v>
                </c:pt>
                <c:pt idx="155">
                  <c:v>83.209900335093337</c:v>
                </c:pt>
                <c:pt idx="156">
                  <c:v>84.284831680052349</c:v>
                </c:pt>
                <c:pt idx="157">
                  <c:v>85.36666168552658</c:v>
                </c:pt>
                <c:pt idx="158">
                  <c:v>86.455390351515973</c:v>
                </c:pt>
                <c:pt idx="159">
                  <c:v>87.551017678020543</c:v>
                </c:pt>
                <c:pt idx="160">
                  <c:v>88.653543665040303</c:v>
                </c:pt>
                <c:pt idx="161">
                  <c:v>89.762968312575239</c:v>
                </c:pt>
                <c:pt idx="162">
                  <c:v>90.879291620625366</c:v>
                </c:pt>
                <c:pt idx="163">
                  <c:v>92.002513589190684</c:v>
                </c:pt>
                <c:pt idx="164">
                  <c:v>93.132634218271193</c:v>
                </c:pt>
                <c:pt idx="165">
                  <c:v>94.26965350786692</c:v>
                </c:pt>
                <c:pt idx="166">
                  <c:v>95.413571457977781</c:v>
                </c:pt>
                <c:pt idx="167">
                  <c:v>96.564388068603847</c:v>
                </c:pt>
                <c:pt idx="168">
                  <c:v>97.72210333974509</c:v>
                </c:pt>
                <c:pt idx="169">
                  <c:v>98.886717271401537</c:v>
                </c:pt>
                <c:pt idx="170">
                  <c:v>100.05822986357316</c:v>
                </c:pt>
                <c:pt idx="171">
                  <c:v>101.23664111625997</c:v>
                </c:pt>
                <c:pt idx="172">
                  <c:v>102.42195102946197</c:v>
                </c:pt>
                <c:pt idx="173">
                  <c:v>103.61415960317917</c:v>
                </c:pt>
                <c:pt idx="174">
                  <c:v>104.81326683741155</c:v>
                </c:pt>
                <c:pt idx="175">
                  <c:v>106.01927273215911</c:v>
                </c:pt>
                <c:pt idx="176">
                  <c:v>107.23217728742185</c:v>
                </c:pt>
                <c:pt idx="177">
                  <c:v>108.45198050319976</c:v>
                </c:pt>
                <c:pt idx="178">
                  <c:v>109.67868237949288</c:v>
                </c:pt>
                <c:pt idx="179">
                  <c:v>110.91228291630118</c:v>
                </c:pt>
                <c:pt idx="180">
                  <c:v>112.15278211362467</c:v>
                </c:pt>
                <c:pt idx="181">
                  <c:v>113.40017997146339</c:v>
                </c:pt>
                <c:pt idx="182">
                  <c:v>114.65447648981723</c:v>
                </c:pt>
                <c:pt idx="183">
                  <c:v>115.91567166868627</c:v>
                </c:pt>
                <c:pt idx="184">
                  <c:v>117.18376550807051</c:v>
                </c:pt>
                <c:pt idx="185">
                  <c:v>118.45875800796993</c:v>
                </c:pt>
                <c:pt idx="186">
                  <c:v>119.74064916838454</c:v>
                </c:pt>
                <c:pt idx="187">
                  <c:v>121.02943898931433</c:v>
                </c:pt>
                <c:pt idx="188">
                  <c:v>122.32512747075931</c:v>
                </c:pt>
                <c:pt idx="189">
                  <c:v>123.6277146127195</c:v>
                </c:pt>
                <c:pt idx="190">
                  <c:v>124.93720041519485</c:v>
                </c:pt>
                <c:pt idx="191">
                  <c:v>126.25358487818539</c:v>
                </c:pt>
                <c:pt idx="192">
                  <c:v>127.57686800169112</c:v>
                </c:pt>
                <c:pt idx="193">
                  <c:v>128.90704978571202</c:v>
                </c:pt>
                <c:pt idx="194">
                  <c:v>130.24413023024812</c:v>
                </c:pt>
                <c:pt idx="195">
                  <c:v>131.58810933529941</c:v>
                </c:pt>
                <c:pt idx="196">
                  <c:v>132.93898710086589</c:v>
                </c:pt>
                <c:pt idx="197">
                  <c:v>134.29676352694759</c:v>
                </c:pt>
                <c:pt idx="198">
                  <c:v>135.66143861354442</c:v>
                </c:pt>
                <c:pt idx="199">
                  <c:v>137.03301236065644</c:v>
                </c:pt>
                <c:pt idx="200">
                  <c:v>138.41148476828369</c:v>
                </c:pt>
                <c:pt idx="201">
                  <c:v>139.79685583642606</c:v>
                </c:pt>
                <c:pt idx="202">
                  <c:v>141.18912556508366</c:v>
                </c:pt>
                <c:pt idx="203">
                  <c:v>142.58829395425644</c:v>
                </c:pt>
                <c:pt idx="204">
                  <c:v>143.99436100394439</c:v>
                </c:pt>
                <c:pt idx="205">
                  <c:v>145.40732671414759</c:v>
                </c:pt>
                <c:pt idx="206">
                  <c:v>146.82719108486589</c:v>
                </c:pt>
                <c:pt idx="207">
                  <c:v>148.25395411609944</c:v>
                </c:pt>
                <c:pt idx="208">
                  <c:v>149.68761580784812</c:v>
                </c:pt>
                <c:pt idx="209">
                  <c:v>151.12817616011205</c:v>
                </c:pt>
                <c:pt idx="210">
                  <c:v>152.57563517289111</c:v>
                </c:pt>
                <c:pt idx="211">
                  <c:v>154.02999284618537</c:v>
                </c:pt>
                <c:pt idx="212">
                  <c:v>155.49124917999484</c:v>
                </c:pt>
                <c:pt idx="213">
                  <c:v>156.9594041743195</c:v>
                </c:pt>
                <c:pt idx="214">
                  <c:v>158.43445782915936</c:v>
                </c:pt>
                <c:pt idx="215">
                  <c:v>159.91641014451434</c:v>
                </c:pt>
                <c:pt idx="216">
                  <c:v>161.40526112038455</c:v>
                </c:pt>
                <c:pt idx="217">
                  <c:v>162.90101075676992</c:v>
                </c:pt>
                <c:pt idx="218">
                  <c:v>164.40365905367051</c:v>
                </c:pt>
                <c:pt idx="219">
                  <c:v>165.91320601108626</c:v>
                </c:pt>
                <c:pt idx="220">
                  <c:v>167.4296516290172</c:v>
                </c:pt>
                <c:pt idx="221">
                  <c:v>168.95299590746336</c:v>
                </c:pt>
                <c:pt idx="222">
                  <c:v>170.48323884642468</c:v>
                </c:pt>
                <c:pt idx="223">
                  <c:v>172.0203804459012</c:v>
                </c:pt>
                <c:pt idx="224">
                  <c:v>173.5644207058929</c:v>
                </c:pt>
                <c:pt idx="225">
                  <c:v>175.11535962639977</c:v>
                </c:pt>
                <c:pt idx="226">
                  <c:v>176.67319720742182</c:v>
                </c:pt>
                <c:pt idx="227">
                  <c:v>178.23793344895907</c:v>
                </c:pt>
                <c:pt idx="228">
                  <c:v>179.80956835101151</c:v>
                </c:pt>
                <c:pt idx="229">
                  <c:v>181.38810191357919</c:v>
                </c:pt>
                <c:pt idx="230">
                  <c:v>182.97353413666198</c:v>
                </c:pt>
                <c:pt idx="231">
                  <c:v>184.56586502025999</c:v>
                </c:pt>
                <c:pt idx="232">
                  <c:v>186.16509456437316</c:v>
                </c:pt>
                <c:pt idx="233">
                  <c:v>187.77122276900153</c:v>
                </c:pt>
                <c:pt idx="234">
                  <c:v>189.38424963414508</c:v>
                </c:pt>
                <c:pt idx="235">
                  <c:v>191.00417515980382</c:v>
                </c:pt>
                <c:pt idx="236">
                  <c:v>192.63099934597776</c:v>
                </c:pt>
                <c:pt idx="237">
                  <c:v>194.26472219266691</c:v>
                </c:pt>
                <c:pt idx="238">
                  <c:v>195.90534369987122</c:v>
                </c:pt>
                <c:pt idx="239">
                  <c:v>197.5528638675907</c:v>
                </c:pt>
                <c:pt idx="240">
                  <c:v>199.20728269582537</c:v>
                </c:pt>
                <c:pt idx="241">
                  <c:v>200.86860018457523</c:v>
                </c:pt>
                <c:pt idx="242">
                  <c:v>202.53681633384028</c:v>
                </c:pt>
                <c:pt idx="243">
                  <c:v>204.21193114362052</c:v>
                </c:pt>
                <c:pt idx="244">
                  <c:v>205.89394461391595</c:v>
                </c:pt>
                <c:pt idx="245">
                  <c:v>207.58285674472657</c:v>
                </c:pt>
                <c:pt idx="246">
                  <c:v>209.27866753605238</c:v>
                </c:pt>
                <c:pt idx="247">
                  <c:v>210.98137698789336</c:v>
                </c:pt>
                <c:pt idx="248">
                  <c:v>212.69098510024952</c:v>
                </c:pt>
                <c:pt idx="249">
                  <c:v>214.40749187312088</c:v>
                </c:pt>
                <c:pt idx="250">
                  <c:v>216.13089730650739</c:v>
                </c:pt>
                <c:pt idx="251">
                  <c:v>217.86120140040913</c:v>
                </c:pt>
                <c:pt idx="252">
                  <c:v>219.59840415482603</c:v>
                </c:pt>
                <c:pt idx="253">
                  <c:v>221.34250556975817</c:v>
                </c:pt>
                <c:pt idx="254">
                  <c:v>223.09350564520548</c:v>
                </c:pt>
                <c:pt idx="255">
                  <c:v>224.2927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2B1-449E-8B5C-C53A3A352240}"/>
            </c:ext>
          </c:extLst>
        </c:ser>
        <c:ser>
          <c:idx val="2"/>
          <c:order val="2"/>
          <c:tx>
            <c:strRef>
              <c:f>'Gamma 2.0  6500K'!$E$16</c:f>
              <c:strCache>
                <c:ptCount val="1"/>
                <c:pt idx="0">
                  <c:v>10%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'Gamma 2.0  6500K'!$B$17:$B$272</c:f>
              <c:numCache>
                <c:formatCode>General</c:formatCode>
                <c:ptCount val="25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</c:numCache>
            </c:numRef>
          </c:cat>
          <c:val>
            <c:numRef>
              <c:f>'Gamma 2.0  6500K'!$E$17:$E$272</c:f>
              <c:numCache>
                <c:formatCode>0.00_ </c:formatCode>
                <c:ptCount val="256"/>
                <c:pt idx="0">
                  <c:v>3.8224455533159864E-4</c:v>
                </c:pt>
                <c:pt idx="1">
                  <c:v>6.5851061709563605E-3</c:v>
                </c:pt>
                <c:pt idx="2">
                  <c:v>2.0376494353286232E-2</c:v>
                </c:pt>
                <c:pt idx="3">
                  <c:v>4.1756409102321215E-2</c:v>
                </c:pt>
                <c:pt idx="4">
                  <c:v>7.0724850418061341E-2</c:v>
                </c:pt>
                <c:pt idx="5">
                  <c:v>0.10728181830050655</c:v>
                </c:pt>
                <c:pt idx="6">
                  <c:v>0.15142731274965687</c:v>
                </c:pt>
                <c:pt idx="7">
                  <c:v>0.20316133376551232</c:v>
                </c:pt>
                <c:pt idx="8">
                  <c:v>0.26248388134807277</c:v>
                </c:pt>
                <c:pt idx="9">
                  <c:v>0.32939495549733849</c:v>
                </c:pt>
                <c:pt idx="10">
                  <c:v>0.40389455621330927</c:v>
                </c:pt>
                <c:pt idx="11">
                  <c:v>0.48598268349598517</c:v>
                </c:pt>
                <c:pt idx="12">
                  <c:v>0.57565933734536623</c:v>
                </c:pt>
                <c:pt idx="13">
                  <c:v>0.67292451776145223</c:v>
                </c:pt>
                <c:pt idx="14">
                  <c:v>0.77777822474424352</c:v>
                </c:pt>
                <c:pt idx="15">
                  <c:v>0.89022045829373986</c:v>
                </c:pt>
                <c:pt idx="16">
                  <c:v>1.0102512184099413</c:v>
                </c:pt>
                <c:pt idx="17">
                  <c:v>1.1378705050928477</c:v>
                </c:pt>
                <c:pt idx="18">
                  <c:v>1.2730783183424597</c:v>
                </c:pt>
                <c:pt idx="19">
                  <c:v>1.4158746581587764</c:v>
                </c:pt>
                <c:pt idx="20">
                  <c:v>1.5662595245417983</c:v>
                </c:pt>
                <c:pt idx="21">
                  <c:v>1.7242329174915252</c:v>
                </c:pt>
                <c:pt idx="22">
                  <c:v>1.8897948370079574</c:v>
                </c:pt>
                <c:pt idx="23">
                  <c:v>2.0629452830910946</c:v>
                </c:pt>
                <c:pt idx="24">
                  <c:v>2.2436842557409373</c:v>
                </c:pt>
                <c:pt idx="25">
                  <c:v>2.4320117549574842</c:v>
                </c:pt>
                <c:pt idx="26">
                  <c:v>2.6279277807407366</c:v>
                </c:pt>
                <c:pt idx="27">
                  <c:v>2.831432333090695</c:v>
                </c:pt>
                <c:pt idx="28">
                  <c:v>3.0425254120073575</c:v>
                </c:pt>
                <c:pt idx="29">
                  <c:v>3.2612070174907255</c:v>
                </c:pt>
                <c:pt idx="30">
                  <c:v>3.4874771495407981</c:v>
                </c:pt>
                <c:pt idx="31">
                  <c:v>3.7213358081575763</c:v>
                </c:pt>
                <c:pt idx="32">
                  <c:v>3.9627829933410608</c:v>
                </c:pt>
                <c:pt idx="33">
                  <c:v>4.2118187050912486</c:v>
                </c:pt>
                <c:pt idx="34">
                  <c:v>4.4684429434081423</c:v>
                </c:pt>
                <c:pt idx="35">
                  <c:v>4.7326557082917411</c:v>
                </c:pt>
                <c:pt idx="36">
                  <c:v>5.0044569997420449</c:v>
                </c:pt>
                <c:pt idx="37">
                  <c:v>5.2838468177590538</c:v>
                </c:pt>
                <c:pt idx="38">
                  <c:v>5.5708251623427687</c:v>
                </c:pt>
                <c:pt idx="39">
                  <c:v>5.8653920334931859</c:v>
                </c:pt>
                <c:pt idx="40">
                  <c:v>6.1675474312103109</c:v>
                </c:pt>
                <c:pt idx="41">
                  <c:v>6.4772913554941391</c:v>
                </c:pt>
                <c:pt idx="42">
                  <c:v>6.7946238063446751</c:v>
                </c:pt>
                <c:pt idx="43">
                  <c:v>7.1195447837619135</c:v>
                </c:pt>
                <c:pt idx="44">
                  <c:v>7.4520542877458587</c:v>
                </c:pt>
                <c:pt idx="45">
                  <c:v>7.792152318296508</c:v>
                </c:pt>
                <c:pt idx="46">
                  <c:v>8.1398388754138633</c:v>
                </c:pt>
                <c:pt idx="47">
                  <c:v>8.4951139590979228</c:v>
                </c:pt>
                <c:pt idx="48">
                  <c:v>8.8579775693486891</c:v>
                </c:pt>
                <c:pt idx="49">
                  <c:v>9.2284297061661569</c:v>
                </c:pt>
                <c:pt idx="50">
                  <c:v>9.6064703695503333</c:v>
                </c:pt>
                <c:pt idx="51">
                  <c:v>9.992099559501213</c:v>
                </c:pt>
                <c:pt idx="52">
                  <c:v>10.385317276018801</c:v>
                </c:pt>
                <c:pt idx="53">
                  <c:v>10.786123519103089</c:v>
                </c:pt>
                <c:pt idx="54">
                  <c:v>11.194518288754088</c:v>
                </c:pt>
                <c:pt idx="55">
                  <c:v>11.610501584971784</c:v>
                </c:pt>
                <c:pt idx="56">
                  <c:v>12.034073407756193</c:v>
                </c:pt>
                <c:pt idx="57">
                  <c:v>12.465233757107303</c:v>
                </c:pt>
                <c:pt idx="58">
                  <c:v>12.903982633025119</c:v>
                </c:pt>
                <c:pt idx="59">
                  <c:v>13.35032003550964</c:v>
                </c:pt>
                <c:pt idx="60">
                  <c:v>13.804245964560868</c:v>
                </c:pt>
                <c:pt idx="61">
                  <c:v>14.265760420178799</c:v>
                </c:pt>
                <c:pt idx="62">
                  <c:v>14.734863402363436</c:v>
                </c:pt>
                <c:pt idx="63">
                  <c:v>15.211554911114778</c:v>
                </c:pt>
                <c:pt idx="64">
                  <c:v>15.695834946432829</c:v>
                </c:pt>
                <c:pt idx="65">
                  <c:v>16.187703508317579</c:v>
                </c:pt>
                <c:pt idx="66">
                  <c:v>16.687160596769036</c:v>
                </c:pt>
                <c:pt idx="67">
                  <c:v>17.194206211787204</c:v>
                </c:pt>
                <c:pt idx="68">
                  <c:v>17.708840353372068</c:v>
                </c:pt>
                <c:pt idx="69">
                  <c:v>18.231063021523642</c:v>
                </c:pt>
                <c:pt idx="70">
                  <c:v>18.760874216241916</c:v>
                </c:pt>
                <c:pt idx="71">
                  <c:v>19.298273937526904</c:v>
                </c:pt>
                <c:pt idx="72">
                  <c:v>19.843262185378592</c:v>
                </c:pt>
                <c:pt idx="73">
                  <c:v>20.395838959796979</c:v>
                </c:pt>
                <c:pt idx="74">
                  <c:v>20.956004260782073</c:v>
                </c:pt>
                <c:pt idx="75">
                  <c:v>21.523758088333885</c:v>
                </c:pt>
                <c:pt idx="76">
                  <c:v>22.099100442452389</c:v>
                </c:pt>
                <c:pt idx="77">
                  <c:v>22.682031323137604</c:v>
                </c:pt>
                <c:pt idx="78">
                  <c:v>23.272550730389518</c:v>
                </c:pt>
                <c:pt idx="79">
                  <c:v>23.87065866420815</c:v>
                </c:pt>
                <c:pt idx="80">
                  <c:v>24.476355124593475</c:v>
                </c:pt>
                <c:pt idx="81">
                  <c:v>25.089640111545506</c:v>
                </c:pt>
                <c:pt idx="82">
                  <c:v>25.710513625064245</c:v>
                </c:pt>
                <c:pt idx="83">
                  <c:v>26.338975665149697</c:v>
                </c:pt>
                <c:pt idx="84">
                  <c:v>26.975026231801845</c:v>
                </c:pt>
                <c:pt idx="85">
                  <c:v>27.618665325020693</c:v>
                </c:pt>
                <c:pt idx="86">
                  <c:v>28.269892944806251</c:v>
                </c:pt>
                <c:pt idx="87">
                  <c:v>28.928709091158524</c:v>
                </c:pt>
                <c:pt idx="88">
                  <c:v>29.595113764077489</c:v>
                </c:pt>
                <c:pt idx="89">
                  <c:v>30.269106963563161</c:v>
                </c:pt>
                <c:pt idx="90">
                  <c:v>30.950688689615539</c:v>
                </c:pt>
                <c:pt idx="91">
                  <c:v>31.639858942234632</c:v>
                </c:pt>
                <c:pt idx="92">
                  <c:v>32.336617721420424</c:v>
                </c:pt>
                <c:pt idx="93">
                  <c:v>33.040965027172909</c:v>
                </c:pt>
                <c:pt idx="94">
                  <c:v>33.752900859492115</c:v>
                </c:pt>
                <c:pt idx="95">
                  <c:v>34.472425218378028</c:v>
                </c:pt>
                <c:pt idx="96">
                  <c:v>35.199538103830626</c:v>
                </c:pt>
                <c:pt idx="97">
                  <c:v>35.934239515849946</c:v>
                </c:pt>
                <c:pt idx="98">
                  <c:v>36.676529454435965</c:v>
                </c:pt>
                <c:pt idx="99">
                  <c:v>37.426407919588698</c:v>
                </c:pt>
                <c:pt idx="100">
                  <c:v>38.183874911308131</c:v>
                </c:pt>
                <c:pt idx="101">
                  <c:v>38.948930429594256</c:v>
                </c:pt>
                <c:pt idx="102">
                  <c:v>39.721574474447095</c:v>
                </c:pt>
                <c:pt idx="103">
                  <c:v>40.501807045866649</c:v>
                </c:pt>
                <c:pt idx="104">
                  <c:v>41.289628143852894</c:v>
                </c:pt>
                <c:pt idx="105">
                  <c:v>42.085037768405847</c:v>
                </c:pt>
                <c:pt idx="106">
                  <c:v>42.888035919525514</c:v>
                </c:pt>
                <c:pt idx="107">
                  <c:v>43.698622597211887</c:v>
                </c:pt>
                <c:pt idx="108">
                  <c:v>44.516797801464961</c:v>
                </c:pt>
                <c:pt idx="109">
                  <c:v>45.342561532284734</c:v>
                </c:pt>
                <c:pt idx="110">
                  <c:v>46.175913789671213</c:v>
                </c:pt>
                <c:pt idx="111">
                  <c:v>47.016854573624407</c:v>
                </c:pt>
                <c:pt idx="112">
                  <c:v>47.8653838841443</c:v>
                </c:pt>
                <c:pt idx="113">
                  <c:v>48.721501721230894</c:v>
                </c:pt>
                <c:pt idx="114">
                  <c:v>49.585208084884187</c:v>
                </c:pt>
                <c:pt idx="115">
                  <c:v>50.456502975104208</c:v>
                </c:pt>
                <c:pt idx="116">
                  <c:v>51.335386391890921</c:v>
                </c:pt>
                <c:pt idx="117">
                  <c:v>52.221858335244328</c:v>
                </c:pt>
                <c:pt idx="118">
                  <c:v>53.115918805164455</c:v>
                </c:pt>
                <c:pt idx="119">
                  <c:v>54.017567801651296</c:v>
                </c:pt>
                <c:pt idx="120">
                  <c:v>54.926805324704823</c:v>
                </c:pt>
                <c:pt idx="121">
                  <c:v>55.843631374325057</c:v>
                </c:pt>
                <c:pt idx="122">
                  <c:v>56.768045950511997</c:v>
                </c:pt>
                <c:pt idx="123">
                  <c:v>57.700049053265651</c:v>
                </c:pt>
                <c:pt idx="124">
                  <c:v>58.639640682586005</c:v>
                </c:pt>
                <c:pt idx="125">
                  <c:v>59.586820838473059</c:v>
                </c:pt>
                <c:pt idx="126">
                  <c:v>60.54158952092682</c:v>
                </c:pt>
                <c:pt idx="127">
                  <c:v>61.503946729947302</c:v>
                </c:pt>
                <c:pt idx="128">
                  <c:v>62.473892465534455</c:v>
                </c:pt>
                <c:pt idx="129">
                  <c:v>63.451426727688343</c:v>
                </c:pt>
                <c:pt idx="130">
                  <c:v>64.436549516408917</c:v>
                </c:pt>
                <c:pt idx="131">
                  <c:v>65.429260831696197</c:v>
                </c:pt>
                <c:pt idx="132">
                  <c:v>66.429560673550185</c:v>
                </c:pt>
                <c:pt idx="133">
                  <c:v>67.437449041970922</c:v>
                </c:pt>
                <c:pt idx="134">
                  <c:v>68.452925936958309</c:v>
                </c:pt>
                <c:pt idx="135">
                  <c:v>69.475991358512417</c:v>
                </c:pt>
                <c:pt idx="136">
                  <c:v>70.506645306633231</c:v>
                </c:pt>
                <c:pt idx="137">
                  <c:v>71.544887781320739</c:v>
                </c:pt>
                <c:pt idx="138">
                  <c:v>72.590718782574982</c:v>
                </c:pt>
                <c:pt idx="139">
                  <c:v>73.644138310395888</c:v>
                </c:pt>
                <c:pt idx="140">
                  <c:v>74.705146364783531</c:v>
                </c:pt>
                <c:pt idx="141">
                  <c:v>75.773742945737894</c:v>
                </c:pt>
                <c:pt idx="142">
                  <c:v>76.849928053258949</c:v>
                </c:pt>
                <c:pt idx="143">
                  <c:v>77.933701687346698</c:v>
                </c:pt>
                <c:pt idx="144">
                  <c:v>79.025063848001139</c:v>
                </c:pt>
                <c:pt idx="145">
                  <c:v>80.124014535222301</c:v>
                </c:pt>
                <c:pt idx="146">
                  <c:v>81.23055374901017</c:v>
                </c:pt>
                <c:pt idx="147">
                  <c:v>82.344681489364717</c:v>
                </c:pt>
                <c:pt idx="148">
                  <c:v>83.466397756286</c:v>
                </c:pt>
                <c:pt idx="149">
                  <c:v>84.595702549774018</c:v>
                </c:pt>
                <c:pt idx="150">
                  <c:v>85.732595869828685</c:v>
                </c:pt>
                <c:pt idx="151">
                  <c:v>86.877077716450074</c:v>
                </c:pt>
                <c:pt idx="152">
                  <c:v>88.029148089638156</c:v>
                </c:pt>
                <c:pt idx="153">
                  <c:v>89.188806989392958</c:v>
                </c:pt>
                <c:pt idx="154">
                  <c:v>90.356054415714468</c:v>
                </c:pt>
                <c:pt idx="155">
                  <c:v>91.53089036860267</c:v>
                </c:pt>
                <c:pt idx="156">
                  <c:v>92.713314848057578</c:v>
                </c:pt>
                <c:pt idx="157">
                  <c:v>93.903327854079237</c:v>
                </c:pt>
                <c:pt idx="158">
                  <c:v>95.100929386667573</c:v>
                </c:pt>
                <c:pt idx="159">
                  <c:v>96.306119445822603</c:v>
                </c:pt>
                <c:pt idx="160">
                  <c:v>97.518898031544339</c:v>
                </c:pt>
                <c:pt idx="161">
                  <c:v>98.739265143832768</c:v>
                </c:pt>
                <c:pt idx="162">
                  <c:v>99.967220782687903</c:v>
                </c:pt>
                <c:pt idx="163">
                  <c:v>101.20276494810975</c:v>
                </c:pt>
                <c:pt idx="164">
                  <c:v>102.44589764009831</c:v>
                </c:pt>
                <c:pt idx="165">
                  <c:v>103.69661885865361</c:v>
                </c:pt>
                <c:pt idx="166">
                  <c:v>104.95492860377556</c:v>
                </c:pt>
                <c:pt idx="167">
                  <c:v>106.22082687546424</c:v>
                </c:pt>
                <c:pt idx="168">
                  <c:v>107.4943136737196</c:v>
                </c:pt>
                <c:pt idx="169">
                  <c:v>108.77538899854169</c:v>
                </c:pt>
                <c:pt idx="170">
                  <c:v>110.06405284993048</c:v>
                </c:pt>
                <c:pt idx="171">
                  <c:v>111.36030522788597</c:v>
                </c:pt>
                <c:pt idx="172">
                  <c:v>112.66414613240816</c:v>
                </c:pt>
                <c:pt idx="173">
                  <c:v>113.97557556349709</c:v>
                </c:pt>
                <c:pt idx="174">
                  <c:v>115.29459352115271</c:v>
                </c:pt>
                <c:pt idx="175">
                  <c:v>116.62120000537502</c:v>
                </c:pt>
                <c:pt idx="176">
                  <c:v>117.95539501616403</c:v>
                </c:pt>
                <c:pt idx="177">
                  <c:v>119.29717855351974</c:v>
                </c:pt>
                <c:pt idx="178">
                  <c:v>120.64655061744217</c:v>
                </c:pt>
                <c:pt idx="179">
                  <c:v>122.0035112079313</c:v>
                </c:pt>
                <c:pt idx="180">
                  <c:v>123.36806032498714</c:v>
                </c:pt>
                <c:pt idx="181">
                  <c:v>124.74019796860972</c:v>
                </c:pt>
                <c:pt idx="182">
                  <c:v>126.11992413879895</c:v>
                </c:pt>
                <c:pt idx="183">
                  <c:v>127.5072388355549</c:v>
                </c:pt>
                <c:pt idx="184">
                  <c:v>128.90214205887756</c:v>
                </c:pt>
                <c:pt idx="185">
                  <c:v>130.30463380876694</c:v>
                </c:pt>
                <c:pt idx="186">
                  <c:v>131.71471408522299</c:v>
                </c:pt>
                <c:pt idx="187">
                  <c:v>133.13238288824576</c:v>
                </c:pt>
                <c:pt idx="188">
                  <c:v>134.55764021783526</c:v>
                </c:pt>
                <c:pt idx="189">
                  <c:v>135.99048607399146</c:v>
                </c:pt>
                <c:pt idx="190">
                  <c:v>137.43092045671435</c:v>
                </c:pt>
                <c:pt idx="191">
                  <c:v>138.87894336600394</c:v>
                </c:pt>
                <c:pt idx="192">
                  <c:v>140.33455480186024</c:v>
                </c:pt>
                <c:pt idx="193">
                  <c:v>141.79775476428321</c:v>
                </c:pt>
                <c:pt idx="194">
                  <c:v>143.26854325327292</c:v>
                </c:pt>
                <c:pt idx="195">
                  <c:v>144.74692026882934</c:v>
                </c:pt>
                <c:pt idx="196">
                  <c:v>146.23288581095247</c:v>
                </c:pt>
                <c:pt idx="197">
                  <c:v>147.72643987964236</c:v>
                </c:pt>
                <c:pt idx="198">
                  <c:v>149.22758247489887</c:v>
                </c:pt>
                <c:pt idx="199">
                  <c:v>150.73631359672208</c:v>
                </c:pt>
                <c:pt idx="200">
                  <c:v>152.25263324511207</c:v>
                </c:pt>
                <c:pt idx="201">
                  <c:v>153.77654142006867</c:v>
                </c:pt>
                <c:pt idx="202">
                  <c:v>155.30803812159203</c:v>
                </c:pt>
                <c:pt idx="203">
                  <c:v>156.84712334968208</c:v>
                </c:pt>
                <c:pt idx="204">
                  <c:v>158.39379710433883</c:v>
                </c:pt>
                <c:pt idx="205">
                  <c:v>159.94805938556235</c:v>
                </c:pt>
                <c:pt idx="206">
                  <c:v>161.50991019335248</c:v>
                </c:pt>
                <c:pt idx="207">
                  <c:v>163.07934952770938</c:v>
                </c:pt>
                <c:pt idx="208">
                  <c:v>164.65637738863293</c:v>
                </c:pt>
                <c:pt idx="209">
                  <c:v>166.24099377612325</c:v>
                </c:pt>
                <c:pt idx="210">
                  <c:v>167.83319869018021</c:v>
                </c:pt>
                <c:pt idx="211">
                  <c:v>169.43299213080391</c:v>
                </c:pt>
                <c:pt idx="212">
                  <c:v>171.04037409799432</c:v>
                </c:pt>
                <c:pt idx="213">
                  <c:v>172.65534459175146</c:v>
                </c:pt>
                <c:pt idx="214">
                  <c:v>174.27790361207531</c:v>
                </c:pt>
                <c:pt idx="215">
                  <c:v>175.90805115896578</c:v>
                </c:pt>
                <c:pt idx="216">
                  <c:v>177.54578723242301</c:v>
                </c:pt>
                <c:pt idx="217">
                  <c:v>179.19111183244692</c:v>
                </c:pt>
                <c:pt idx="218">
                  <c:v>180.84402495903757</c:v>
                </c:pt>
                <c:pt idx="219">
                  <c:v>182.50452661219489</c:v>
                </c:pt>
                <c:pt idx="220">
                  <c:v>184.17261679191893</c:v>
                </c:pt>
                <c:pt idx="221">
                  <c:v>185.84829549820969</c:v>
                </c:pt>
                <c:pt idx="222">
                  <c:v>187.53156273106714</c:v>
                </c:pt>
                <c:pt idx="223">
                  <c:v>189.22241849049132</c:v>
                </c:pt>
                <c:pt idx="224">
                  <c:v>190.92086277648218</c:v>
                </c:pt>
                <c:pt idx="225">
                  <c:v>192.62689558903975</c:v>
                </c:pt>
                <c:pt idx="226">
                  <c:v>194.34051692816399</c:v>
                </c:pt>
                <c:pt idx="227">
                  <c:v>196.06172679385497</c:v>
                </c:pt>
                <c:pt idx="228">
                  <c:v>197.79052518611266</c:v>
                </c:pt>
                <c:pt idx="229">
                  <c:v>199.52691210493711</c:v>
                </c:pt>
                <c:pt idx="230">
                  <c:v>201.27088755032818</c:v>
                </c:pt>
                <c:pt idx="231">
                  <c:v>203.02245152228599</c:v>
                </c:pt>
                <c:pt idx="232">
                  <c:v>204.78160402081048</c:v>
                </c:pt>
                <c:pt idx="233">
                  <c:v>206.54834504590167</c:v>
                </c:pt>
                <c:pt idx="234">
                  <c:v>208.3226745975596</c:v>
                </c:pt>
                <c:pt idx="235">
                  <c:v>210.1045926757842</c:v>
                </c:pt>
                <c:pt idx="236">
                  <c:v>211.89409928057552</c:v>
                </c:pt>
                <c:pt idx="237">
                  <c:v>213.69119441193359</c:v>
                </c:pt>
                <c:pt idx="238">
                  <c:v>215.49587806985835</c:v>
                </c:pt>
                <c:pt idx="239">
                  <c:v>217.30815025434978</c:v>
                </c:pt>
                <c:pt idx="240">
                  <c:v>219.1280109654079</c:v>
                </c:pt>
                <c:pt idx="241">
                  <c:v>220.95546020303274</c:v>
                </c:pt>
                <c:pt idx="242">
                  <c:v>222.7904979672243</c:v>
                </c:pt>
                <c:pt idx="243">
                  <c:v>224.63312425798256</c:v>
                </c:pt>
                <c:pt idx="244">
                  <c:v>226.48333907530755</c:v>
                </c:pt>
                <c:pt idx="245">
                  <c:v>228.34114241919923</c:v>
                </c:pt>
                <c:pt idx="246">
                  <c:v>230.20653428965761</c:v>
                </c:pt>
                <c:pt idx="247">
                  <c:v>232.0795146866827</c:v>
                </c:pt>
                <c:pt idx="248">
                  <c:v>233.96008361027447</c:v>
                </c:pt>
                <c:pt idx="249">
                  <c:v>235.84824106043297</c:v>
                </c:pt>
                <c:pt idx="250">
                  <c:v>237.74398703715815</c:v>
                </c:pt>
                <c:pt idx="251">
                  <c:v>239.64732154045004</c:v>
                </c:pt>
                <c:pt idx="252">
                  <c:v>241.55824457030863</c:v>
                </c:pt>
                <c:pt idx="253">
                  <c:v>243.47675612673399</c:v>
                </c:pt>
                <c:pt idx="254">
                  <c:v>245.40285620972602</c:v>
                </c:pt>
                <c:pt idx="255">
                  <c:v>246.72197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2B1-449E-8B5C-C53A3A352240}"/>
            </c:ext>
          </c:extLst>
        </c:ser>
        <c:ser>
          <c:idx val="3"/>
          <c:order val="3"/>
          <c:tx>
            <c:strRef>
              <c:f>'Gamma 2.0  6500K'!$F$16</c:f>
              <c:strCache>
                <c:ptCount val="1"/>
                <c:pt idx="0">
                  <c:v>Measure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'Gamma 2.0  6500K'!$B$17:$B$272</c:f>
              <c:numCache>
                <c:formatCode>General</c:formatCode>
                <c:ptCount val="25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</c:numCache>
            </c:numRef>
          </c:cat>
          <c:val>
            <c:numRef>
              <c:f>'Gamma 2.0  6500K'!$F$17:$F$272</c:f>
              <c:numCache>
                <c:formatCode>General</c:formatCode>
                <c:ptCount val="256"/>
                <c:pt idx="0">
                  <c:v>0.31740000000000002</c:v>
                </c:pt>
                <c:pt idx="1">
                  <c:v>0.33169999999999999</c:v>
                </c:pt>
                <c:pt idx="2">
                  <c:v>0.34589999999999999</c:v>
                </c:pt>
                <c:pt idx="3">
                  <c:v>0.35920000000000002</c:v>
                </c:pt>
                <c:pt idx="4">
                  <c:v>0.37430000000000002</c:v>
                </c:pt>
                <c:pt idx="5">
                  <c:v>0.40310000000000001</c:v>
                </c:pt>
                <c:pt idx="6">
                  <c:v>0.43819999999999998</c:v>
                </c:pt>
                <c:pt idx="7">
                  <c:v>0.48120000000000002</c:v>
                </c:pt>
                <c:pt idx="8">
                  <c:v>0.5111</c:v>
                </c:pt>
                <c:pt idx="9">
                  <c:v>0.55979999999999996</c:v>
                </c:pt>
                <c:pt idx="10">
                  <c:v>0.62760000000000005</c:v>
                </c:pt>
                <c:pt idx="11">
                  <c:v>0.68130000000000002</c:v>
                </c:pt>
                <c:pt idx="12">
                  <c:v>0.8377</c:v>
                </c:pt>
                <c:pt idx="13">
                  <c:v>0.90739999999999998</c:v>
                </c:pt>
                <c:pt idx="14">
                  <c:v>1.0163</c:v>
                </c:pt>
                <c:pt idx="15">
                  <c:v>1.012</c:v>
                </c:pt>
                <c:pt idx="16">
                  <c:v>1.0927</c:v>
                </c:pt>
                <c:pt idx="17">
                  <c:v>1.2502</c:v>
                </c:pt>
                <c:pt idx="18">
                  <c:v>1.3527</c:v>
                </c:pt>
                <c:pt idx="19">
                  <c:v>1.4294</c:v>
                </c:pt>
                <c:pt idx="20">
                  <c:v>1.6094999999999999</c:v>
                </c:pt>
                <c:pt idx="21">
                  <c:v>1.6967000000000001</c:v>
                </c:pt>
                <c:pt idx="22">
                  <c:v>1.8104</c:v>
                </c:pt>
                <c:pt idx="23">
                  <c:v>1.9061999999999999</c:v>
                </c:pt>
                <c:pt idx="24">
                  <c:v>2.0329999999999999</c:v>
                </c:pt>
                <c:pt idx="25">
                  <c:v>2.3050000000000002</c:v>
                </c:pt>
                <c:pt idx="26">
                  <c:v>2.3953000000000002</c:v>
                </c:pt>
                <c:pt idx="27">
                  <c:v>2.6829000000000001</c:v>
                </c:pt>
                <c:pt idx="28">
                  <c:v>2.8035000000000001</c:v>
                </c:pt>
                <c:pt idx="29">
                  <c:v>2.9944000000000002</c:v>
                </c:pt>
                <c:pt idx="30">
                  <c:v>3.3302</c:v>
                </c:pt>
                <c:pt idx="31">
                  <c:v>3.4773000000000001</c:v>
                </c:pt>
                <c:pt idx="32">
                  <c:v>3.6787000000000001</c:v>
                </c:pt>
                <c:pt idx="33">
                  <c:v>3.8199000000000001</c:v>
                </c:pt>
                <c:pt idx="34">
                  <c:v>4.1407999999999996</c:v>
                </c:pt>
                <c:pt idx="35">
                  <c:v>4.3872</c:v>
                </c:pt>
                <c:pt idx="36">
                  <c:v>4.6128999999999998</c:v>
                </c:pt>
                <c:pt idx="37">
                  <c:v>4.8063000000000002</c:v>
                </c:pt>
                <c:pt idx="38">
                  <c:v>5.1081000000000003</c:v>
                </c:pt>
                <c:pt idx="39">
                  <c:v>5.3152999999999997</c:v>
                </c:pt>
                <c:pt idx="40">
                  <c:v>5.7374999999999998</c:v>
                </c:pt>
                <c:pt idx="41">
                  <c:v>5.9734999999999996</c:v>
                </c:pt>
                <c:pt idx="42">
                  <c:v>6.2702999999999998</c:v>
                </c:pt>
                <c:pt idx="43">
                  <c:v>6.548</c:v>
                </c:pt>
                <c:pt idx="44">
                  <c:v>7.0236000000000001</c:v>
                </c:pt>
                <c:pt idx="45">
                  <c:v>7.2355</c:v>
                </c:pt>
                <c:pt idx="46">
                  <c:v>7.5610999999999997</c:v>
                </c:pt>
                <c:pt idx="47">
                  <c:v>7.8487</c:v>
                </c:pt>
                <c:pt idx="48">
                  <c:v>8.2916000000000007</c:v>
                </c:pt>
                <c:pt idx="49">
                  <c:v>8.5168999999999997</c:v>
                </c:pt>
                <c:pt idx="50">
                  <c:v>9.0955999999999992</c:v>
                </c:pt>
                <c:pt idx="51">
                  <c:v>9.4963999999999995</c:v>
                </c:pt>
                <c:pt idx="52">
                  <c:v>9.875</c:v>
                </c:pt>
                <c:pt idx="53">
                  <c:v>10.162800000000001</c:v>
                </c:pt>
                <c:pt idx="54">
                  <c:v>10.5684</c:v>
                </c:pt>
                <c:pt idx="55">
                  <c:v>10.8459</c:v>
                </c:pt>
                <c:pt idx="56">
                  <c:v>11.641</c:v>
                </c:pt>
                <c:pt idx="57">
                  <c:v>11.9467</c:v>
                </c:pt>
                <c:pt idx="58">
                  <c:v>12.4192</c:v>
                </c:pt>
                <c:pt idx="59">
                  <c:v>12.7676</c:v>
                </c:pt>
                <c:pt idx="60">
                  <c:v>13.218400000000001</c:v>
                </c:pt>
                <c:pt idx="61">
                  <c:v>13.580500000000001</c:v>
                </c:pt>
                <c:pt idx="62">
                  <c:v>14.1145</c:v>
                </c:pt>
                <c:pt idx="63">
                  <c:v>14.6357</c:v>
                </c:pt>
                <c:pt idx="64">
                  <c:v>15.3131</c:v>
                </c:pt>
                <c:pt idx="65">
                  <c:v>15.7935</c:v>
                </c:pt>
                <c:pt idx="66">
                  <c:v>16.2088</c:v>
                </c:pt>
                <c:pt idx="67">
                  <c:v>16.762</c:v>
                </c:pt>
                <c:pt idx="68">
                  <c:v>17.174700000000001</c:v>
                </c:pt>
                <c:pt idx="69">
                  <c:v>17.741299999999999</c:v>
                </c:pt>
                <c:pt idx="70">
                  <c:v>18.120799999999999</c:v>
                </c:pt>
                <c:pt idx="71">
                  <c:v>18.6906</c:v>
                </c:pt>
                <c:pt idx="72">
                  <c:v>19.1449</c:v>
                </c:pt>
                <c:pt idx="73">
                  <c:v>19.648800000000001</c:v>
                </c:pt>
                <c:pt idx="74">
                  <c:v>20.3339</c:v>
                </c:pt>
                <c:pt idx="75">
                  <c:v>20.804600000000001</c:v>
                </c:pt>
                <c:pt idx="76">
                  <c:v>21.267099999999999</c:v>
                </c:pt>
                <c:pt idx="77">
                  <c:v>21.959199999999999</c:v>
                </c:pt>
                <c:pt idx="78">
                  <c:v>22.430299999999999</c:v>
                </c:pt>
                <c:pt idx="79">
                  <c:v>23.065899999999999</c:v>
                </c:pt>
                <c:pt idx="80">
                  <c:v>23.614599999999999</c:v>
                </c:pt>
                <c:pt idx="81">
                  <c:v>24.295100000000001</c:v>
                </c:pt>
                <c:pt idx="82">
                  <c:v>24.7639</c:v>
                </c:pt>
                <c:pt idx="83">
                  <c:v>25.207799999999999</c:v>
                </c:pt>
                <c:pt idx="84">
                  <c:v>25.950099999999999</c:v>
                </c:pt>
                <c:pt idx="85">
                  <c:v>26.5183</c:v>
                </c:pt>
                <c:pt idx="86">
                  <c:v>27.197399999999998</c:v>
                </c:pt>
                <c:pt idx="87">
                  <c:v>27.7529</c:v>
                </c:pt>
                <c:pt idx="88">
                  <c:v>28.524899999999999</c:v>
                </c:pt>
                <c:pt idx="89">
                  <c:v>29.0776</c:v>
                </c:pt>
                <c:pt idx="90">
                  <c:v>29.6525</c:v>
                </c:pt>
                <c:pt idx="91">
                  <c:v>30.384499999999999</c:v>
                </c:pt>
                <c:pt idx="92">
                  <c:v>30.967700000000001</c:v>
                </c:pt>
                <c:pt idx="93">
                  <c:v>31.761199999999999</c:v>
                </c:pt>
                <c:pt idx="94">
                  <c:v>32.369999999999997</c:v>
                </c:pt>
                <c:pt idx="95">
                  <c:v>32.908700000000003</c:v>
                </c:pt>
                <c:pt idx="96">
                  <c:v>33.848500000000001</c:v>
                </c:pt>
                <c:pt idx="97">
                  <c:v>34.477400000000003</c:v>
                </c:pt>
                <c:pt idx="98">
                  <c:v>35.321399999999997</c:v>
                </c:pt>
                <c:pt idx="99">
                  <c:v>35.643900000000002</c:v>
                </c:pt>
                <c:pt idx="100">
                  <c:v>36.616900000000001</c:v>
                </c:pt>
                <c:pt idx="101">
                  <c:v>37.268799999999999</c:v>
                </c:pt>
                <c:pt idx="102">
                  <c:v>37.419600000000003</c:v>
                </c:pt>
                <c:pt idx="103">
                  <c:v>38.213200000000001</c:v>
                </c:pt>
                <c:pt idx="104">
                  <c:v>38.992100000000001</c:v>
                </c:pt>
                <c:pt idx="105">
                  <c:v>39.694400000000002</c:v>
                </c:pt>
                <c:pt idx="106">
                  <c:v>40.572400000000002</c:v>
                </c:pt>
                <c:pt idx="107">
                  <c:v>41.260300000000001</c:v>
                </c:pt>
                <c:pt idx="108">
                  <c:v>42.143900000000002</c:v>
                </c:pt>
                <c:pt idx="109">
                  <c:v>42.747199999999999</c:v>
                </c:pt>
                <c:pt idx="110">
                  <c:v>43.524900000000002</c:v>
                </c:pt>
                <c:pt idx="111">
                  <c:v>44.255800000000001</c:v>
                </c:pt>
                <c:pt idx="112">
                  <c:v>45.219099999999997</c:v>
                </c:pt>
                <c:pt idx="113">
                  <c:v>45.938600000000001</c:v>
                </c:pt>
                <c:pt idx="114">
                  <c:v>46.103000000000002</c:v>
                </c:pt>
                <c:pt idx="115">
                  <c:v>46.769199999999998</c:v>
                </c:pt>
                <c:pt idx="116">
                  <c:v>47.729900000000001</c:v>
                </c:pt>
                <c:pt idx="117">
                  <c:v>48.488399999999999</c:v>
                </c:pt>
                <c:pt idx="118">
                  <c:v>49.455599999999997</c:v>
                </c:pt>
                <c:pt idx="119">
                  <c:v>50.086300000000001</c:v>
                </c:pt>
                <c:pt idx="120">
                  <c:v>50.844999999999999</c:v>
                </c:pt>
                <c:pt idx="121">
                  <c:v>51.840600000000002</c:v>
                </c:pt>
                <c:pt idx="122">
                  <c:v>52.552900000000001</c:v>
                </c:pt>
                <c:pt idx="123">
                  <c:v>52.911999999999999</c:v>
                </c:pt>
                <c:pt idx="124">
                  <c:v>54.005200000000002</c:v>
                </c:pt>
                <c:pt idx="125">
                  <c:v>54.825299999999999</c:v>
                </c:pt>
                <c:pt idx="126">
                  <c:v>55.490200000000002</c:v>
                </c:pt>
                <c:pt idx="127">
                  <c:v>56.462200000000003</c:v>
                </c:pt>
                <c:pt idx="128">
                  <c:v>57.2774</c:v>
                </c:pt>
                <c:pt idx="129">
                  <c:v>58.527700000000003</c:v>
                </c:pt>
                <c:pt idx="130">
                  <c:v>59.356999999999999</c:v>
                </c:pt>
                <c:pt idx="131">
                  <c:v>59.569499999999998</c:v>
                </c:pt>
                <c:pt idx="132">
                  <c:v>60.4604</c:v>
                </c:pt>
                <c:pt idx="133">
                  <c:v>61.651899999999998</c:v>
                </c:pt>
                <c:pt idx="134">
                  <c:v>62.6387</c:v>
                </c:pt>
                <c:pt idx="135">
                  <c:v>63.552</c:v>
                </c:pt>
                <c:pt idx="136">
                  <c:v>64.392899999999997</c:v>
                </c:pt>
                <c:pt idx="137">
                  <c:v>65.508700000000005</c:v>
                </c:pt>
                <c:pt idx="138">
                  <c:v>65.885300000000001</c:v>
                </c:pt>
                <c:pt idx="139">
                  <c:v>66.891499999999994</c:v>
                </c:pt>
                <c:pt idx="140">
                  <c:v>68.053700000000006</c:v>
                </c:pt>
                <c:pt idx="141">
                  <c:v>68.759399999999999</c:v>
                </c:pt>
                <c:pt idx="142">
                  <c:v>69.9803</c:v>
                </c:pt>
                <c:pt idx="143">
                  <c:v>70.985900000000001</c:v>
                </c:pt>
                <c:pt idx="144">
                  <c:v>71.835499999999996</c:v>
                </c:pt>
                <c:pt idx="145">
                  <c:v>73.161100000000005</c:v>
                </c:pt>
                <c:pt idx="146">
                  <c:v>73.606999999999999</c:v>
                </c:pt>
                <c:pt idx="147">
                  <c:v>74.541700000000006</c:v>
                </c:pt>
                <c:pt idx="148">
                  <c:v>75.874200000000002</c:v>
                </c:pt>
                <c:pt idx="149">
                  <c:v>76.575400000000002</c:v>
                </c:pt>
                <c:pt idx="150">
                  <c:v>77.583799999999997</c:v>
                </c:pt>
                <c:pt idx="151">
                  <c:v>78.860699999999994</c:v>
                </c:pt>
                <c:pt idx="152">
                  <c:v>79.865700000000004</c:v>
                </c:pt>
                <c:pt idx="153">
                  <c:v>81.209400000000002</c:v>
                </c:pt>
                <c:pt idx="154">
                  <c:v>82.065700000000007</c:v>
                </c:pt>
                <c:pt idx="155">
                  <c:v>82.5762</c:v>
                </c:pt>
                <c:pt idx="156">
                  <c:v>83.680400000000006</c:v>
                </c:pt>
                <c:pt idx="157">
                  <c:v>84.654899999999998</c:v>
                </c:pt>
                <c:pt idx="158">
                  <c:v>85.823700000000002</c:v>
                </c:pt>
                <c:pt idx="159">
                  <c:v>87.3078</c:v>
                </c:pt>
                <c:pt idx="160">
                  <c:v>88.353499999999997</c:v>
                </c:pt>
                <c:pt idx="161">
                  <c:v>89.680700000000002</c:v>
                </c:pt>
                <c:pt idx="162">
                  <c:v>89.980099999999993</c:v>
                </c:pt>
                <c:pt idx="163">
                  <c:v>91.152500000000003</c:v>
                </c:pt>
                <c:pt idx="164">
                  <c:v>92.338200000000001</c:v>
                </c:pt>
                <c:pt idx="165">
                  <c:v>93.459000000000003</c:v>
                </c:pt>
                <c:pt idx="166">
                  <c:v>94.382000000000005</c:v>
                </c:pt>
                <c:pt idx="167">
                  <c:v>95.963700000000003</c:v>
                </c:pt>
                <c:pt idx="168">
                  <c:v>96.958299999999994</c:v>
                </c:pt>
                <c:pt idx="169">
                  <c:v>97.472399999999993</c:v>
                </c:pt>
                <c:pt idx="170">
                  <c:v>98.983400000000003</c:v>
                </c:pt>
                <c:pt idx="171">
                  <c:v>99.996600000000001</c:v>
                </c:pt>
                <c:pt idx="172">
                  <c:v>100.7638</c:v>
                </c:pt>
                <c:pt idx="173">
                  <c:v>102.2676</c:v>
                </c:pt>
                <c:pt idx="174">
                  <c:v>103.4502</c:v>
                </c:pt>
                <c:pt idx="175">
                  <c:v>105.173</c:v>
                </c:pt>
                <c:pt idx="176">
                  <c:v>106.35129999999999</c:v>
                </c:pt>
                <c:pt idx="177">
                  <c:v>106.71899999999999</c:v>
                </c:pt>
                <c:pt idx="178">
                  <c:v>107.8656</c:v>
                </c:pt>
                <c:pt idx="179">
                  <c:v>109.45829999999999</c:v>
                </c:pt>
                <c:pt idx="180">
                  <c:v>110.70820000000001</c:v>
                </c:pt>
                <c:pt idx="181">
                  <c:v>111.86020000000001</c:v>
                </c:pt>
                <c:pt idx="182">
                  <c:v>112.8869</c:v>
                </c:pt>
                <c:pt idx="183">
                  <c:v>114.59529999999999</c:v>
                </c:pt>
                <c:pt idx="184">
                  <c:v>115.8305</c:v>
                </c:pt>
                <c:pt idx="185">
                  <c:v>116.10169999999999</c:v>
                </c:pt>
                <c:pt idx="186">
                  <c:v>117.28360000000001</c:v>
                </c:pt>
                <c:pt idx="187">
                  <c:v>118.9748</c:v>
                </c:pt>
                <c:pt idx="188">
                  <c:v>120.19110000000001</c:v>
                </c:pt>
                <c:pt idx="189">
                  <c:v>121.38630000000001</c:v>
                </c:pt>
                <c:pt idx="190">
                  <c:v>122.59820000000001</c:v>
                </c:pt>
                <c:pt idx="191">
                  <c:v>124.20189999999999</c:v>
                </c:pt>
                <c:pt idx="192">
                  <c:v>125.4537</c:v>
                </c:pt>
                <c:pt idx="193">
                  <c:v>125.83240000000001</c:v>
                </c:pt>
                <c:pt idx="194">
                  <c:v>127.11669999999999</c:v>
                </c:pt>
                <c:pt idx="195">
                  <c:v>128.85579999999999</c:v>
                </c:pt>
                <c:pt idx="196">
                  <c:v>130.1472</c:v>
                </c:pt>
                <c:pt idx="197">
                  <c:v>131.44460000000001</c:v>
                </c:pt>
                <c:pt idx="198">
                  <c:v>133.20580000000001</c:v>
                </c:pt>
                <c:pt idx="199">
                  <c:v>134.48320000000001</c:v>
                </c:pt>
                <c:pt idx="200">
                  <c:v>136.16329999999999</c:v>
                </c:pt>
                <c:pt idx="201">
                  <c:v>136.16679999999999</c:v>
                </c:pt>
                <c:pt idx="202">
                  <c:v>137.49690000000001</c:v>
                </c:pt>
                <c:pt idx="203">
                  <c:v>139.34870000000001</c:v>
                </c:pt>
                <c:pt idx="204">
                  <c:v>140.6754</c:v>
                </c:pt>
                <c:pt idx="205">
                  <c:v>142.03440000000001</c:v>
                </c:pt>
                <c:pt idx="206">
                  <c:v>143.88329999999999</c:v>
                </c:pt>
                <c:pt idx="207">
                  <c:v>145.18610000000001</c:v>
                </c:pt>
                <c:pt idx="208">
                  <c:v>147.0368</c:v>
                </c:pt>
                <c:pt idx="209">
                  <c:v>147.4888</c:v>
                </c:pt>
                <c:pt idx="210">
                  <c:v>148.87700000000001</c:v>
                </c:pt>
                <c:pt idx="211">
                  <c:v>150.23929999999999</c:v>
                </c:pt>
                <c:pt idx="212">
                  <c:v>152.0626</c:v>
                </c:pt>
                <c:pt idx="213">
                  <c:v>153.3717</c:v>
                </c:pt>
                <c:pt idx="214">
                  <c:v>155.1421</c:v>
                </c:pt>
                <c:pt idx="215">
                  <c:v>156.53800000000001</c:v>
                </c:pt>
                <c:pt idx="216">
                  <c:v>157.94980000000001</c:v>
                </c:pt>
                <c:pt idx="217">
                  <c:v>159.84049999999999</c:v>
                </c:pt>
                <c:pt idx="218">
                  <c:v>160.73070000000001</c:v>
                </c:pt>
                <c:pt idx="219">
                  <c:v>162.61760000000001</c:v>
                </c:pt>
                <c:pt idx="220">
                  <c:v>163.09989999999999</c:v>
                </c:pt>
                <c:pt idx="221">
                  <c:v>164.51070000000001</c:v>
                </c:pt>
                <c:pt idx="222">
                  <c:v>166.3888</c:v>
                </c:pt>
                <c:pt idx="223">
                  <c:v>167.81030000000001</c:v>
                </c:pt>
                <c:pt idx="224">
                  <c:v>169.726</c:v>
                </c:pt>
                <c:pt idx="225">
                  <c:v>171.19909999999999</c:v>
                </c:pt>
                <c:pt idx="226">
                  <c:v>172.6456</c:v>
                </c:pt>
                <c:pt idx="227">
                  <c:v>174.41030000000001</c:v>
                </c:pt>
                <c:pt idx="228">
                  <c:v>175.8047</c:v>
                </c:pt>
                <c:pt idx="229">
                  <c:v>177.89189999999999</c:v>
                </c:pt>
                <c:pt idx="230">
                  <c:v>179.4135</c:v>
                </c:pt>
                <c:pt idx="231">
                  <c:v>180.90190000000001</c:v>
                </c:pt>
                <c:pt idx="232">
                  <c:v>182.9932</c:v>
                </c:pt>
                <c:pt idx="233">
                  <c:v>184.58750000000001</c:v>
                </c:pt>
                <c:pt idx="234">
                  <c:v>186.64619999999999</c:v>
                </c:pt>
                <c:pt idx="235">
                  <c:v>188.61439999999999</c:v>
                </c:pt>
                <c:pt idx="236">
                  <c:v>190.1156</c:v>
                </c:pt>
                <c:pt idx="237">
                  <c:v>191.63820000000001</c:v>
                </c:pt>
                <c:pt idx="238">
                  <c:v>193.13229999999999</c:v>
                </c:pt>
                <c:pt idx="239">
                  <c:v>195.16659999999999</c:v>
                </c:pt>
                <c:pt idx="240">
                  <c:v>196.73060000000001</c:v>
                </c:pt>
                <c:pt idx="241">
                  <c:v>198.7972</c:v>
                </c:pt>
                <c:pt idx="242">
                  <c:v>201.79990000000001</c:v>
                </c:pt>
                <c:pt idx="243">
                  <c:v>203.4727</c:v>
                </c:pt>
                <c:pt idx="244">
                  <c:v>204.82480000000001</c:v>
                </c:pt>
                <c:pt idx="245">
                  <c:v>206.2046</c:v>
                </c:pt>
                <c:pt idx="246">
                  <c:v>208.0197</c:v>
                </c:pt>
                <c:pt idx="247">
                  <c:v>208.39869999999999</c:v>
                </c:pt>
                <c:pt idx="248">
                  <c:v>211.19210000000001</c:v>
                </c:pt>
                <c:pt idx="249">
                  <c:v>212.65860000000001</c:v>
                </c:pt>
                <c:pt idx="250">
                  <c:v>214.59899999999999</c:v>
                </c:pt>
                <c:pt idx="251">
                  <c:v>216.17009999999999</c:v>
                </c:pt>
                <c:pt idx="252">
                  <c:v>218.07820000000001</c:v>
                </c:pt>
                <c:pt idx="253">
                  <c:v>219.97479999999999</c:v>
                </c:pt>
                <c:pt idx="254">
                  <c:v>221.58410000000001</c:v>
                </c:pt>
                <c:pt idx="255">
                  <c:v>224.2927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2B1-449E-8B5C-C53A3A3522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95938560"/>
        <c:axId val="1995941440"/>
      </c:lineChart>
      <c:catAx>
        <c:axId val="1995938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995941440"/>
        <c:crosses val="autoZero"/>
        <c:auto val="1"/>
        <c:lblAlgn val="ctr"/>
        <c:lblOffset val="100"/>
        <c:noMultiLvlLbl val="0"/>
      </c:catAx>
      <c:valAx>
        <c:axId val="1995941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9959385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Gamma2.2_6500</a:t>
            </a:r>
            <a:endParaRPr lang="zh-TW" altLang="en-US"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'Gamma 2.2  6500K'!$C$16</c:f>
              <c:strCache>
                <c:ptCount val="1"/>
                <c:pt idx="0">
                  <c:v>-10%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'Gamma 2.2  6500K'!$B$17:$B$272</c:f>
              <c:numCache>
                <c:formatCode>General</c:formatCode>
                <c:ptCount val="25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</c:numCache>
            </c:numRef>
          </c:cat>
          <c:val>
            <c:numRef>
              <c:f>'Gamma 2.2  6500K'!$C$17:$C$272</c:f>
              <c:numCache>
                <c:formatCode>0.00_ </c:formatCode>
                <c:ptCount val="256"/>
                <c:pt idx="0">
                  <c:v>8.1095762111402871E-5</c:v>
                </c:pt>
                <c:pt idx="1">
                  <c:v>1.8649733405179184E-3</c:v>
                </c:pt>
                <c:pt idx="2">
                  <c:v>6.4646716416998009E-3</c:v>
                </c:pt>
                <c:pt idx="3">
                  <c:v>1.423636022317456E-2</c:v>
                </c:pt>
                <c:pt idx="4">
                  <c:v>2.5420619519493842E-2</c:v>
                </c:pt>
                <c:pt idx="5">
                  <c:v>4.0203968831749821E-2</c:v>
                </c:pt>
                <c:pt idx="6">
                  <c:v>5.8740492504886409E-2</c:v>
                </c:pt>
                <c:pt idx="7">
                  <c:v>8.1162355810424497E-2</c:v>
                </c:pt>
                <c:pt idx="8">
                  <c:v>0.10758579835570352</c:v>
                </c:pt>
                <c:pt idx="9">
                  <c:v>0.13811490403629215</c:v>
                </c:pt>
                <c:pt idx="10">
                  <c:v>0.17284413965073922</c:v>
                </c:pt>
                <c:pt idx="11">
                  <c:v>0.21186015240152156</c:v>
                </c:pt>
                <c:pt idx="12">
                  <c:v>0.25524309282124497</c:v>
                </c:pt>
                <c:pt idx="13">
                  <c:v>0.30306761882594313</c:v>
                </c:pt>
                <c:pt idx="14">
                  <c:v>0.35540367709886272</c:v>
                </c:pt>
                <c:pt idx="15">
                  <c:v>0.412317123993446</c:v>
                </c:pt>
                <c:pt idx="16">
                  <c:v>0.47387022768157028</c:v>
                </c:pt>
                <c:pt idx="17">
                  <c:v>0.54012208043265297</c:v>
                </c:pt>
                <c:pt idx="18">
                  <c:v>0.61112894156005426</c:v>
                </c:pt>
                <c:pt idx="19">
                  <c:v>0.68694452597482614</c:v>
                </c:pt>
                <c:pt idx="20">
                  <c:v>0.76762024943559859</c:v>
                </c:pt>
                <c:pt idx="21">
                  <c:v>0.85320543887138278</c:v>
                </c:pt>
                <c:pt idx="22">
                  <c:v>0.94374751420516623</c:v>
                </c:pt>
                <c:pt idx="23">
                  <c:v>1.0392921466801126</c:v>
                </c:pt>
                <c:pt idx="24">
                  <c:v>1.1398833976297005</c:v>
                </c:pt>
                <c:pt idx="25">
                  <c:v>1.245563840833017</c:v>
                </c:pt>
                <c:pt idx="26">
                  <c:v>1.3563746709846169</c:v>
                </c:pt>
                <c:pt idx="27">
                  <c:v>1.4723558003350512</c:v>
                </c:pt>
                <c:pt idx="28">
                  <c:v>1.593545945187872</c:v>
                </c:pt>
                <c:pt idx="29">
                  <c:v>1.7199827036462858</c:v>
                </c:pt>
                <c:pt idx="30">
                  <c:v>1.8517026257693461</c:v>
                </c:pt>
                <c:pt idx="31">
                  <c:v>1.9887412771097734</c:v>
                </c:pt>
                <c:pt idx="32">
                  <c:v>2.1311332964534015</c:v>
                </c:pt>
                <c:pt idx="33">
                  <c:v>2.2789124484559014</c:v>
                </c:pt>
                <c:pt idx="34">
                  <c:v>2.4321116717701621</c:v>
                </c:pt>
                <c:pt idx="35">
                  <c:v>2.5907631231732573</c:v>
                </c:pt>
                <c:pt idx="36">
                  <c:v>2.754898218131248</c:v>
                </c:pt>
                <c:pt idx="37">
                  <c:v>2.9245476681813347</c:v>
                </c:pt>
                <c:pt idx="38">
                  <c:v>3.0997415154609742</c:v>
                </c:pt>
                <c:pt idx="39">
                  <c:v>3.280509164671761</c:v>
                </c:pt>
                <c:pt idx="40">
                  <c:v>3.4668794127300102</c:v>
                </c:pt>
                <c:pt idx="41">
                  <c:v>3.6588804763256451</c:v>
                </c:pt>
                <c:pt idx="42">
                  <c:v>3.8565400175846478</c:v>
                </c:pt>
                <c:pt idx="43">
                  <c:v>4.0598851680080745</c:v>
                </c:pt>
                <c:pt idx="44">
                  <c:v>4.2689425508409728</c:v>
                </c:pt>
                <c:pt idx="45">
                  <c:v>4.4837383020078239</c:v>
                </c:pt>
                <c:pt idx="46">
                  <c:v>4.7042980897363913</c:v>
                </c:pt>
                <c:pt idx="47">
                  <c:v>4.930647132979054</c:v>
                </c:pt>
                <c:pt idx="48">
                  <c:v>5.1628102187295308</c:v>
                </c:pt>
                <c:pt idx="49">
                  <c:v>5.4008117183229825</c:v>
                </c:pt>
                <c:pt idx="50">
                  <c:v>5.6446756027988645</c:v>
                </c:pt>
                <c:pt idx="51">
                  <c:v>5.8944254573981656</c:v>
                </c:pt>
                <c:pt idx="52">
                  <c:v>6.1500844952599696</c:v>
                </c:pt>
                <c:pt idx="53">
                  <c:v>6.4116755703761683</c:v>
                </c:pt>
                <c:pt idx="54">
                  <c:v>6.6792211898578469</c:v>
                </c:pt>
                <c:pt idx="55">
                  <c:v>6.9527435255620267</c:v>
                </c:pt>
                <c:pt idx="56">
                  <c:v>7.2322644251232679</c:v>
                </c:pt>
                <c:pt idx="57">
                  <c:v>7.5178054224306523</c:v>
                </c:pt>
                <c:pt idx="58">
                  <c:v>7.8093877475873956</c:v>
                </c:pt>
                <c:pt idx="59">
                  <c:v>8.1070323363871513</c:v>
                </c:pt>
                <c:pt idx="60">
                  <c:v>8.4107598393382617</c:v>
                </c:pt>
                <c:pt idx="61">
                  <c:v>8.7205906302647538</c:v>
                </c:pt>
                <c:pt idx="62">
                  <c:v>9.0365448145105987</c:v>
                </c:pt>
                <c:pt idx="63">
                  <c:v>9.3586422367716473</c:v>
                </c:pt>
                <c:pt idx="64">
                  <c:v>9.686902488577811</c:v>
                </c:pt>
                <c:pt idx="65">
                  <c:v>10.021344915446345</c:v>
                </c:pt>
                <c:pt idx="66">
                  <c:v>10.361988623725608</c:v>
                </c:pt>
                <c:pt idx="67">
                  <c:v>10.70885248714708</c:v>
                </c:pt>
                <c:pt idx="68">
                  <c:v>11.061955153102437</c:v>
                </c:pt>
                <c:pt idx="69">
                  <c:v>11.421315048660945</c:v>
                </c:pt>
                <c:pt idx="70">
                  <c:v>11.786950386341621</c:v>
                </c:pt>
                <c:pt idx="71">
                  <c:v>12.158879169653524</c:v>
                </c:pt>
                <c:pt idx="72">
                  <c:v>12.537119198416672</c:v>
                </c:pt>
                <c:pt idx="73">
                  <c:v>12.921688073875117</c:v>
                </c:pt>
                <c:pt idx="74">
                  <c:v>13.312603203613126</c:v>
                </c:pt>
                <c:pt idx="75">
                  <c:v>13.709881806284585</c:v>
                </c:pt>
                <c:pt idx="76">
                  <c:v>14.113540916165181</c:v>
                </c:pt>
                <c:pt idx="77">
                  <c:v>14.52359738753613</c:v>
                </c:pt>
                <c:pt idx="78">
                  <c:v>14.940067898907959</c:v>
                </c:pt>
                <c:pt idx="79">
                  <c:v>15.362968957092022</c:v>
                </c:pt>
                <c:pt idx="80">
                  <c:v>15.792316901127222</c:v>
                </c:pt>
                <c:pt idx="81">
                  <c:v>16.228127906068778</c:v>
                </c:pt>
                <c:pt idx="82">
                  <c:v>16.670417986645472</c:v>
                </c:pt>
                <c:pt idx="83">
                  <c:v>17.119203000791657</c:v>
                </c:pt>
                <c:pt idx="84">
                  <c:v>17.57449865305961</c:v>
                </c:pt>
                <c:pt idx="85">
                  <c:v>18.036320497917846</c:v>
                </c:pt>
                <c:pt idx="86">
                  <c:v>18.504683942940236</c:v>
                </c:pt>
                <c:pt idx="87">
                  <c:v>18.979604251891072</c:v>
                </c:pt>
                <c:pt idx="88">
                  <c:v>19.461096547710483</c:v>
                </c:pt>
                <c:pt idx="89">
                  <c:v>19.949175815404487</c:v>
                </c:pt>
                <c:pt idx="90">
                  <c:v>20.443856904843862</c:v>
                </c:pt>
                <c:pt idx="91">
                  <c:v>20.945154533475591</c:v>
                </c:pt>
                <c:pt idx="92">
                  <c:v>21.453083288950786</c:v>
                </c:pt>
                <c:pt idx="93">
                  <c:v>21.967657631672118</c:v>
                </c:pt>
                <c:pt idx="94">
                  <c:v>22.488891897264494</c:v>
                </c:pt>
                <c:pt idx="95">
                  <c:v>23.01680029897183</c:v>
                </c:pt>
                <c:pt idx="96">
                  <c:v>23.551396929982999</c:v>
                </c:pt>
                <c:pt idx="97">
                  <c:v>24.092695765689733</c:v>
                </c:pt>
                <c:pt idx="98">
                  <c:v>24.640710665879066</c:v>
                </c:pt>
                <c:pt idx="99">
                  <c:v>25.195455376863048</c:v>
                </c:pt>
                <c:pt idx="100">
                  <c:v>25.756943533548046</c:v>
                </c:pt>
                <c:pt idx="101">
                  <c:v>26.325188661445836</c:v>
                </c:pt>
                <c:pt idx="102">
                  <c:v>26.900204178628911</c:v>
                </c:pt>
                <c:pt idx="103">
                  <c:v>27.482003397631779</c:v>
                </c:pt>
                <c:pt idx="104">
                  <c:v>28.070599527300658</c:v>
                </c:pt>
                <c:pt idx="105">
                  <c:v>28.666005674593041</c:v>
                </c:pt>
                <c:pt idx="106">
                  <c:v>29.268234846329239</c:v>
                </c:pt>
                <c:pt idx="107">
                  <c:v>29.877299950897445</c:v>
                </c:pt>
                <c:pt idx="108">
                  <c:v>30.493213799914194</c:v>
                </c:pt>
                <c:pt idx="109">
                  <c:v>31.115989109841475</c:v>
                </c:pt>
                <c:pt idx="110">
                  <c:v>31.745638503562382</c:v>
                </c:pt>
                <c:pt idx="111">
                  <c:v>32.382174511916375</c:v>
                </c:pt>
                <c:pt idx="112">
                  <c:v>33.025609575195858</c:v>
                </c:pt>
                <c:pt idx="113">
                  <c:v>33.675956044605115</c:v>
                </c:pt>
                <c:pt idx="114">
                  <c:v>34.333226183683124</c:v>
                </c:pt>
                <c:pt idx="115">
                  <c:v>34.997432169691237</c:v>
                </c:pt>
                <c:pt idx="116">
                  <c:v>35.668586094967061</c:v>
                </c:pt>
                <c:pt idx="117">
                  <c:v>36.346699968245474</c:v>
                </c:pt>
                <c:pt idx="118">
                  <c:v>37.031785715948139</c:v>
                </c:pt>
                <c:pt idx="119">
                  <c:v>37.723855183442083</c:v>
                </c:pt>
                <c:pt idx="120">
                  <c:v>38.422920136268779</c:v>
                </c:pt>
                <c:pt idx="121">
                  <c:v>39.128992261344493</c:v>
                </c:pt>
                <c:pt idx="122">
                  <c:v>39.842083168132604</c:v>
                </c:pt>
                <c:pt idx="123">
                  <c:v>40.562204389789152</c:v>
                </c:pt>
                <c:pt idx="124">
                  <c:v>41.289367384282158</c:v>
                </c:pt>
                <c:pt idx="125">
                  <c:v>42.023583535485585</c:v>
                </c:pt>
                <c:pt idx="126">
                  <c:v>42.764864154248791</c:v>
                </c:pt>
                <c:pt idx="127">
                  <c:v>43.513220479442111</c:v>
                </c:pt>
                <c:pt idx="128">
                  <c:v>44.268663678979429</c:v>
                </c:pt>
                <c:pt idx="129">
                  <c:v>45.031204850818192</c:v>
                </c:pt>
                <c:pt idx="130">
                  <c:v>45.80085502393775</c:v>
                </c:pt>
                <c:pt idx="131">
                  <c:v>46.577625159296616</c:v>
                </c:pt>
                <c:pt idx="132">
                  <c:v>47.361526150769144</c:v>
                </c:pt>
                <c:pt idx="133">
                  <c:v>48.15256882606225</c:v>
                </c:pt>
                <c:pt idx="134">
                  <c:v>48.950763947612998</c:v>
                </c:pt>
                <c:pt idx="135">
                  <c:v>49.756122213467144</c:v>
                </c:pt>
                <c:pt idx="136">
                  <c:v>50.568654258139603</c:v>
                </c:pt>
                <c:pt idx="137">
                  <c:v>51.388370653457017</c:v>
                </c:pt>
                <c:pt idx="138">
                  <c:v>52.215281909383194</c:v>
                </c:pt>
                <c:pt idx="139">
                  <c:v>53.049398474827662</c:v>
                </c:pt>
                <c:pt idx="140">
                  <c:v>53.890730738438037</c:v>
                </c:pt>
                <c:pt idx="141">
                  <c:v>54.739289029376252</c:v>
                </c:pt>
                <c:pt idx="142">
                  <c:v>55.595083618079698</c:v>
                </c:pt>
                <c:pt idx="143">
                  <c:v>56.458124717006982</c:v>
                </c:pt>
                <c:pt idx="144">
                  <c:v>57.328422481369323</c:v>
                </c:pt>
                <c:pt idx="145">
                  <c:v>58.205987009847505</c:v>
                </c:pt>
                <c:pt idx="146">
                  <c:v>59.090828345295087</c:v>
                </c:pt>
                <c:pt idx="147">
                  <c:v>59.982956475427983</c:v>
                </c:pt>
                <c:pt idx="148">
                  <c:v>60.882381333500938</c:v>
                </c:pt>
                <c:pt idx="149">
                  <c:v>61.789112798971345</c:v>
                </c:pt>
                <c:pt idx="150">
                  <c:v>62.703160698150214</c:v>
                </c:pt>
                <c:pt idx="151">
                  <c:v>63.624534804841225</c:v>
                </c:pt>
                <c:pt idx="152">
                  <c:v>64.553244840967864</c:v>
                </c:pt>
                <c:pt idx="153">
                  <c:v>65.489300477189019</c:v>
                </c:pt>
                <c:pt idx="154">
                  <c:v>66.43271133350305</c:v>
                </c:pt>
                <c:pt idx="155">
                  <c:v>67.383486979841209</c:v>
                </c:pt>
                <c:pt idx="156">
                  <c:v>68.341636936650048</c:v>
                </c:pt>
                <c:pt idx="157">
                  <c:v>69.307170675463496</c:v>
                </c:pt>
                <c:pt idx="158">
                  <c:v>70.280097619464712</c:v>
                </c:pt>
                <c:pt idx="159">
                  <c:v>71.260427144037834</c:v>
                </c:pt>
                <c:pt idx="160">
                  <c:v>72.248168577310125</c:v>
                </c:pt>
                <c:pt idx="161">
                  <c:v>73.24333120068458</c:v>
                </c:pt>
                <c:pt idx="162">
                  <c:v>74.245924249363242</c:v>
                </c:pt>
                <c:pt idx="163">
                  <c:v>75.255956912861464</c:v>
                </c:pt>
                <c:pt idx="164">
                  <c:v>76.273438335513234</c:v>
                </c:pt>
                <c:pt idx="165">
                  <c:v>77.298377616968153</c:v>
                </c:pt>
                <c:pt idx="166">
                  <c:v>78.330783812679471</c:v>
                </c:pt>
                <c:pt idx="167">
                  <c:v>79.370665934384391</c:v>
                </c:pt>
                <c:pt idx="168">
                  <c:v>80.418032950575977</c:v>
                </c:pt>
                <c:pt idx="169">
                  <c:v>81.472893786967262</c:v>
                </c:pt>
                <c:pt idx="170">
                  <c:v>82.535257326947729</c:v>
                </c:pt>
                <c:pt idx="171">
                  <c:v>83.60513241203212</c:v>
                </c:pt>
                <c:pt idx="172">
                  <c:v>84.682527842302036</c:v>
                </c:pt>
                <c:pt idx="173">
                  <c:v>85.767452376840239</c:v>
                </c:pt>
                <c:pt idx="174">
                  <c:v>86.859914734157982</c:v>
                </c:pt>
                <c:pt idx="175">
                  <c:v>87.959923592615354</c:v>
                </c:pt>
                <c:pt idx="176">
                  <c:v>89.067487590834929</c:v>
                </c:pt>
                <c:pt idx="177">
                  <c:v>90.182615328108938</c:v>
                </c:pt>
                <c:pt idx="178">
                  <c:v>91.305315364799753</c:v>
                </c:pt>
                <c:pt idx="179">
                  <c:v>92.435596222734347</c:v>
                </c:pt>
                <c:pt idx="180">
                  <c:v>93.573466385592241</c:v>
                </c:pt>
                <c:pt idx="181">
                  <c:v>94.718934299287781</c:v>
                </c:pt>
                <c:pt idx="182">
                  <c:v>95.872008372346187</c:v>
                </c:pt>
                <c:pt idx="183">
                  <c:v>97.032696976273954</c:v>
                </c:pt>
                <c:pt idx="184">
                  <c:v>98.201008445923506</c:v>
                </c:pt>
                <c:pt idx="185">
                  <c:v>99.37695107985239</c:v>
                </c:pt>
                <c:pt idx="186">
                  <c:v>100.56053314067691</c:v>
                </c:pt>
                <c:pt idx="187">
                  <c:v>101.75176285542059</c:v>
                </c:pt>
                <c:pt idx="188">
                  <c:v>102.95064841585707</c:v>
                </c:pt>
                <c:pt idx="189">
                  <c:v>104.15719797884839</c:v>
                </c:pt>
                <c:pt idx="190">
                  <c:v>105.37141966667784</c:v>
                </c:pt>
                <c:pt idx="191">
                  <c:v>106.59332156737813</c:v>
                </c:pt>
                <c:pt idx="192">
                  <c:v>107.8229117350545</c:v>
                </c:pt>
                <c:pt idx="193">
                  <c:v>109.06019819020347</c:v>
                </c:pt>
                <c:pt idx="194">
                  <c:v>110.30518892002661</c:v>
                </c:pt>
                <c:pt idx="195">
                  <c:v>111.55789187873999</c:v>
                </c:pt>
                <c:pt idx="196">
                  <c:v>112.81831498787905</c:v>
                </c:pt>
                <c:pt idx="197">
                  <c:v>114.08646613659921</c:v>
                </c:pt>
                <c:pt idx="198">
                  <c:v>115.36235318197222</c:v>
                </c:pt>
                <c:pt idx="199">
                  <c:v>116.64598394927818</c:v>
                </c:pt>
                <c:pt idx="200">
                  <c:v>117.93736623229341</c:v>
                </c:pt>
                <c:pt idx="201">
                  <c:v>119.23650779357469</c:v>
                </c:pt>
                <c:pt idx="202">
                  <c:v>120.5434163647389</c:v>
                </c:pt>
                <c:pt idx="203">
                  <c:v>121.85809964673945</c:v>
                </c:pt>
                <c:pt idx="204">
                  <c:v>123.18056531013814</c:v>
                </c:pt>
                <c:pt idx="205">
                  <c:v>124.51082099537415</c:v>
                </c:pt>
                <c:pt idx="206">
                  <c:v>125.84887431302857</c:v>
                </c:pt>
                <c:pt idx="207">
                  <c:v>127.19473284408589</c:v>
                </c:pt>
                <c:pt idx="208">
                  <c:v>128.54840414019154</c:v>
                </c:pt>
                <c:pt idx="209">
                  <c:v>129.9098957239062</c:v>
                </c:pt>
                <c:pt idx="210">
                  <c:v>131.27921508895668</c:v>
                </c:pt>
                <c:pt idx="211">
                  <c:v>132.6563697004834</c:v>
                </c:pt>
                <c:pt idx="212">
                  <c:v>134.04136699528436</c:v>
                </c:pt>
                <c:pt idx="213">
                  <c:v>135.43421438205658</c:v>
                </c:pt>
                <c:pt idx="214">
                  <c:v>136.83491924163346</c:v>
                </c:pt>
                <c:pt idx="215">
                  <c:v>138.24348892721966</c:v>
                </c:pt>
                <c:pt idx="216">
                  <c:v>139.65993076462263</c:v>
                </c:pt>
                <c:pt idx="217">
                  <c:v>141.08425205248139</c:v>
                </c:pt>
                <c:pt idx="218">
                  <c:v>142.51646006249192</c:v>
                </c:pt>
                <c:pt idx="219">
                  <c:v>143.95656203963026</c:v>
                </c:pt>
                <c:pt idx="220">
                  <c:v>145.404565202372</c:v>
                </c:pt>
                <c:pt idx="221">
                  <c:v>146.86047674290975</c:v>
                </c:pt>
                <c:pt idx="222">
                  <c:v>148.32430382736737</c:v>
                </c:pt>
                <c:pt idx="223">
                  <c:v>149.79605359601146</c:v>
                </c:pt>
                <c:pt idx="224">
                  <c:v>151.27573316346061</c:v>
                </c:pt>
                <c:pt idx="225">
                  <c:v>152.76334961889157</c:v>
                </c:pt>
                <c:pt idx="226">
                  <c:v>154.25891002624306</c:v>
                </c:pt>
                <c:pt idx="227">
                  <c:v>155.76242142441717</c:v>
                </c:pt>
                <c:pt idx="228">
                  <c:v>157.27389082747791</c:v>
                </c:pt>
                <c:pt idx="229">
                  <c:v>158.79332522484776</c:v>
                </c:pt>
                <c:pt idx="230">
                  <c:v>160.32073158150155</c:v>
                </c:pt>
                <c:pt idx="231">
                  <c:v>161.85611683815796</c:v>
                </c:pt>
                <c:pt idx="232">
                  <c:v>163.39948791146887</c:v>
                </c:pt>
                <c:pt idx="233">
                  <c:v>164.95085169420616</c:v>
                </c:pt>
                <c:pt idx="234">
                  <c:v>166.51021505544651</c:v>
                </c:pt>
                <c:pt idx="235">
                  <c:v>168.07758484075404</c:v>
                </c:pt>
                <c:pt idx="236">
                  <c:v>169.65296787236025</c:v>
                </c:pt>
                <c:pt idx="237">
                  <c:v>171.23637094934267</c:v>
                </c:pt>
                <c:pt idx="238">
                  <c:v>172.82780084780046</c:v>
                </c:pt>
                <c:pt idx="239">
                  <c:v>174.42726432102879</c:v>
                </c:pt>
                <c:pt idx="240">
                  <c:v>176.03476809969058</c:v>
                </c:pt>
                <c:pt idx="241">
                  <c:v>177.65031889198644</c:v>
                </c:pt>
                <c:pt idx="242">
                  <c:v>179.27392338382282</c:v>
                </c:pt>
                <c:pt idx="243">
                  <c:v>180.90558823897783</c:v>
                </c:pt>
                <c:pt idx="244">
                  <c:v>182.54532009926527</c:v>
                </c:pt>
                <c:pt idx="245">
                  <c:v>184.19312558469727</c:v>
                </c:pt>
                <c:pt idx="246">
                  <c:v>185.84901129364428</c:v>
                </c:pt>
                <c:pt idx="247">
                  <c:v>187.51298380299366</c:v>
                </c:pt>
                <c:pt idx="248">
                  <c:v>189.1850496683065</c:v>
                </c:pt>
                <c:pt idx="249">
                  <c:v>190.86521542397261</c:v>
                </c:pt>
                <c:pt idx="250">
                  <c:v>192.55348758336365</c:v>
                </c:pt>
                <c:pt idx="251">
                  <c:v>194.24987263898467</c:v>
                </c:pt>
                <c:pt idx="252">
                  <c:v>195.95437706262396</c:v>
                </c:pt>
                <c:pt idx="253">
                  <c:v>197.6670073055011</c:v>
                </c:pt>
                <c:pt idx="254">
                  <c:v>199.38776979841356</c:v>
                </c:pt>
                <c:pt idx="255">
                  <c:v>200.56842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E23-4DC0-B8C8-DA426C0FFB33}"/>
            </c:ext>
          </c:extLst>
        </c:ser>
        <c:ser>
          <c:idx val="1"/>
          <c:order val="1"/>
          <c:tx>
            <c:strRef>
              <c:f>'Gamma 2.2  6500K'!$D$16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'Gamma 2.2  6500K'!$B$17:$B$272</c:f>
              <c:numCache>
                <c:formatCode>General</c:formatCode>
                <c:ptCount val="25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</c:numCache>
            </c:numRef>
          </c:cat>
          <c:val>
            <c:numRef>
              <c:f>'Gamma 2.2  6500K'!$D$17:$D$272</c:f>
              <c:numCache>
                <c:formatCode>0.00_ </c:formatCode>
                <c:ptCount val="256"/>
                <c:pt idx="0">
                  <c:v>9.0106402346003188E-5</c:v>
                </c:pt>
                <c:pt idx="1">
                  <c:v>2.0721926005754648E-3</c:v>
                </c:pt>
                <c:pt idx="2">
                  <c:v>7.1829684907775563E-3</c:v>
                </c:pt>
                <c:pt idx="3">
                  <c:v>1.5818178025749512E-2</c:v>
                </c:pt>
                <c:pt idx="4">
                  <c:v>2.8245132799437602E-2</c:v>
                </c:pt>
                <c:pt idx="5">
                  <c:v>4.4671076479722023E-2</c:v>
                </c:pt>
                <c:pt idx="6">
                  <c:v>6.5267213894318235E-2</c:v>
                </c:pt>
                <c:pt idx="7">
                  <c:v>9.0180395344916106E-2</c:v>
                </c:pt>
                <c:pt idx="8">
                  <c:v>0.11953977595078169</c:v>
                </c:pt>
                <c:pt idx="9">
                  <c:v>0.15346100448476904</c:v>
                </c:pt>
                <c:pt idx="10">
                  <c:v>0.19204904405637691</c:v>
                </c:pt>
                <c:pt idx="11">
                  <c:v>0.23540016933502395</c:v>
                </c:pt>
                <c:pt idx="12">
                  <c:v>0.28360343646804997</c:v>
                </c:pt>
                <c:pt idx="13">
                  <c:v>0.33674179869549237</c:v>
                </c:pt>
                <c:pt idx="14">
                  <c:v>0.3948929745542919</c:v>
                </c:pt>
                <c:pt idx="15">
                  <c:v>0.45813013777049555</c:v>
                </c:pt>
                <c:pt idx="16">
                  <c:v>0.52652247520174478</c:v>
                </c:pt>
                <c:pt idx="17">
                  <c:v>0.60013564492517002</c:v>
                </c:pt>
                <c:pt idx="18">
                  <c:v>0.67903215728894917</c:v>
                </c:pt>
                <c:pt idx="19">
                  <c:v>0.76327169552758467</c:v>
                </c:pt>
                <c:pt idx="20">
                  <c:v>0.85291138826177626</c:v>
                </c:pt>
                <c:pt idx="21">
                  <c:v>0.94800604319042525</c:v>
                </c:pt>
                <c:pt idx="22">
                  <c:v>1.0486083491168514</c:v>
                </c:pt>
                <c:pt idx="23">
                  <c:v>1.1547690518667919</c:v>
                </c:pt>
                <c:pt idx="24">
                  <c:v>1.2665371084774451</c:v>
                </c:pt>
                <c:pt idx="25">
                  <c:v>1.3839598231477965</c:v>
                </c:pt>
                <c:pt idx="26">
                  <c:v>1.5070829677606856</c:v>
                </c:pt>
                <c:pt idx="27">
                  <c:v>1.6359508892611681</c:v>
                </c:pt>
                <c:pt idx="28">
                  <c:v>1.7706066057643022</c:v>
                </c:pt>
                <c:pt idx="29">
                  <c:v>1.9110918929403176</c:v>
                </c:pt>
                <c:pt idx="30">
                  <c:v>2.0574473619659401</c:v>
                </c:pt>
                <c:pt idx="31">
                  <c:v>2.2097125301219704</c:v>
                </c:pt>
                <c:pt idx="32">
                  <c:v>2.3679258849482241</c:v>
                </c:pt>
                <c:pt idx="33">
                  <c:v>2.5321249427287791</c:v>
                </c:pt>
                <c:pt idx="34">
                  <c:v>2.702346301966847</c:v>
                </c:pt>
                <c:pt idx="35">
                  <c:v>2.8786256924147304</c:v>
                </c:pt>
                <c:pt idx="36">
                  <c:v>3.0609980201458309</c:v>
                </c:pt>
                <c:pt idx="37">
                  <c:v>3.2494974090903721</c:v>
                </c:pt>
                <c:pt idx="38">
                  <c:v>3.4441572394010822</c:v>
                </c:pt>
                <c:pt idx="39">
                  <c:v>3.6450101829686234</c:v>
                </c:pt>
                <c:pt idx="40">
                  <c:v>3.852088236366678</c:v>
                </c:pt>
                <c:pt idx="41">
                  <c:v>4.0654227514729389</c:v>
                </c:pt>
                <c:pt idx="42">
                  <c:v>4.2850444639829419</c:v>
                </c:pt>
                <c:pt idx="43">
                  <c:v>4.5109835200089714</c:v>
                </c:pt>
                <c:pt idx="44">
                  <c:v>4.7432695009344146</c:v>
                </c:pt>
                <c:pt idx="45">
                  <c:v>4.9819314466753601</c:v>
                </c:pt>
                <c:pt idx="46">
                  <c:v>5.2269978774848793</c:v>
                </c:pt>
                <c:pt idx="47">
                  <c:v>5.4784968144211712</c:v>
                </c:pt>
                <c:pt idx="48">
                  <c:v>5.7364557985883673</c:v>
                </c:pt>
                <c:pt idx="49">
                  <c:v>6.0009019092477587</c:v>
                </c:pt>
                <c:pt idx="50">
                  <c:v>6.2718617808876278</c:v>
                </c:pt>
                <c:pt idx="51">
                  <c:v>6.5493616193312949</c:v>
                </c:pt>
                <c:pt idx="52">
                  <c:v>6.8334272169555215</c:v>
                </c:pt>
                <c:pt idx="53">
                  <c:v>7.1240839670846317</c:v>
                </c:pt>
                <c:pt idx="54">
                  <c:v>7.4213568776198295</c:v>
                </c:pt>
                <c:pt idx="55">
                  <c:v>7.7252705839578075</c:v>
                </c:pt>
                <c:pt idx="56">
                  <c:v>8.0358493612480757</c:v>
                </c:pt>
                <c:pt idx="57">
                  <c:v>8.3531171360340579</c:v>
                </c:pt>
                <c:pt idx="58">
                  <c:v>8.6770974973193287</c:v>
                </c:pt>
                <c:pt idx="59">
                  <c:v>9.0078137070968349</c:v>
                </c:pt>
                <c:pt idx="60">
                  <c:v>9.3452887103758453</c:v>
                </c:pt>
                <c:pt idx="61">
                  <c:v>9.6895451447386147</c:v>
                </c:pt>
                <c:pt idx="62">
                  <c:v>10.04060534945622</c:v>
                </c:pt>
                <c:pt idx="63">
                  <c:v>10.398491374190719</c:v>
                </c:pt>
                <c:pt idx="64">
                  <c:v>10.763224987308678</c:v>
                </c:pt>
                <c:pt idx="65">
                  <c:v>11.134827683829272</c:v>
                </c:pt>
                <c:pt idx="66">
                  <c:v>11.513320693028453</c:v>
                </c:pt>
                <c:pt idx="67">
                  <c:v>11.898724985718978</c:v>
                </c:pt>
                <c:pt idx="68">
                  <c:v>12.29106128122493</c:v>
                </c:pt>
                <c:pt idx="69">
                  <c:v>12.690350054067718</c:v>
                </c:pt>
                <c:pt idx="70">
                  <c:v>13.096611540379579</c:v>
                </c:pt>
                <c:pt idx="71">
                  <c:v>13.509865744059471</c:v>
                </c:pt>
                <c:pt idx="72">
                  <c:v>13.930132442685192</c:v>
                </c:pt>
                <c:pt idx="73">
                  <c:v>14.357431193194575</c:v>
                </c:pt>
                <c:pt idx="74">
                  <c:v>14.791781337347917</c:v>
                </c:pt>
                <c:pt idx="75">
                  <c:v>15.233202006982873</c:v>
                </c:pt>
                <c:pt idx="76">
                  <c:v>15.681712129072423</c:v>
                </c:pt>
                <c:pt idx="77">
                  <c:v>16.1373304305957</c:v>
                </c:pt>
                <c:pt idx="78">
                  <c:v>16.600075443231066</c:v>
                </c:pt>
                <c:pt idx="79">
                  <c:v>17.069965507880024</c:v>
                </c:pt>
                <c:pt idx="80">
                  <c:v>17.547018779030246</c:v>
                </c:pt>
                <c:pt idx="81">
                  <c:v>18.031253228965308</c:v>
                </c:pt>
                <c:pt idx="82">
                  <c:v>18.522686651828302</c:v>
                </c:pt>
                <c:pt idx="83">
                  <c:v>19.021336667546286</c:v>
                </c:pt>
                <c:pt idx="84">
                  <c:v>19.527220725621788</c:v>
                </c:pt>
                <c:pt idx="85">
                  <c:v>20.040356108797607</c:v>
                </c:pt>
                <c:pt idx="86">
                  <c:v>20.560759936600263</c:v>
                </c:pt>
                <c:pt idx="87">
                  <c:v>21.088449168767859</c:v>
                </c:pt>
                <c:pt idx="88">
                  <c:v>21.623440608567204</c:v>
                </c:pt>
                <c:pt idx="89">
                  <c:v>22.165750906004984</c:v>
                </c:pt>
                <c:pt idx="90">
                  <c:v>22.715396560937624</c:v>
                </c:pt>
                <c:pt idx="91">
                  <c:v>23.272393926083989</c:v>
                </c:pt>
                <c:pt idx="92">
                  <c:v>23.836759209945317</c:v>
                </c:pt>
                <c:pt idx="93">
                  <c:v>24.408508479635685</c:v>
                </c:pt>
                <c:pt idx="94">
                  <c:v>24.987657663627218</c:v>
                </c:pt>
                <c:pt idx="95">
                  <c:v>25.574222554413147</c:v>
                </c:pt>
                <c:pt idx="96">
                  <c:v>26.168218811092224</c:v>
                </c:pt>
                <c:pt idx="97">
                  <c:v>26.769661961877482</c:v>
                </c:pt>
                <c:pt idx="98">
                  <c:v>27.378567406532294</c:v>
                </c:pt>
                <c:pt idx="99">
                  <c:v>27.994950418736721</c:v>
                </c:pt>
                <c:pt idx="100">
                  <c:v>28.618826148386717</c:v>
                </c:pt>
                <c:pt idx="101">
                  <c:v>29.250209623828706</c:v>
                </c:pt>
                <c:pt idx="102">
                  <c:v>29.889115754032126</c:v>
                </c:pt>
                <c:pt idx="103">
                  <c:v>30.535559330701975</c:v>
                </c:pt>
                <c:pt idx="104">
                  <c:v>31.189555030334063</c:v>
                </c:pt>
                <c:pt idx="105">
                  <c:v>31.851117416214489</c:v>
                </c:pt>
                <c:pt idx="106">
                  <c:v>32.520260940365823</c:v>
                </c:pt>
                <c:pt idx="107">
                  <c:v>33.196999945441604</c:v>
                </c:pt>
                <c:pt idx="108">
                  <c:v>33.881348666571327</c:v>
                </c:pt>
                <c:pt idx="109">
                  <c:v>34.573321233157195</c:v>
                </c:pt>
                <c:pt idx="110">
                  <c:v>35.272931670624871</c:v>
                </c:pt>
                <c:pt idx="111">
                  <c:v>35.980193902129308</c:v>
                </c:pt>
                <c:pt idx="112">
                  <c:v>36.695121750217616</c:v>
                </c:pt>
                <c:pt idx="113">
                  <c:v>37.417728938450125</c:v>
                </c:pt>
                <c:pt idx="114">
                  <c:v>38.148029092981247</c:v>
                </c:pt>
                <c:pt idx="115">
                  <c:v>38.886035744101378</c:v>
                </c:pt>
                <c:pt idx="116">
                  <c:v>39.631762327741178</c:v>
                </c:pt>
                <c:pt idx="117">
                  <c:v>40.385222186939416</c:v>
                </c:pt>
                <c:pt idx="118">
                  <c:v>41.146428573275713</c:v>
                </c:pt>
                <c:pt idx="119">
                  <c:v>41.915394648268979</c:v>
                </c:pt>
                <c:pt idx="120">
                  <c:v>42.692133484743088</c:v>
                </c:pt>
                <c:pt idx="121">
                  <c:v>43.476658068160546</c:v>
                </c:pt>
                <c:pt idx="122">
                  <c:v>44.268981297925116</c:v>
                </c:pt>
                <c:pt idx="123">
                  <c:v>45.069115988654616</c:v>
                </c:pt>
                <c:pt idx="124">
                  <c:v>45.877074871424618</c:v>
                </c:pt>
                <c:pt idx="125">
                  <c:v>46.69287059498398</c:v>
                </c:pt>
                <c:pt idx="126">
                  <c:v>47.516515726943098</c:v>
                </c:pt>
                <c:pt idx="127">
                  <c:v>48.348022754935684</c:v>
                </c:pt>
                <c:pt idx="128">
                  <c:v>49.187404087754921</c:v>
                </c:pt>
                <c:pt idx="129">
                  <c:v>50.034672056464657</c:v>
                </c:pt>
                <c:pt idx="130">
                  <c:v>50.889838915486386</c:v>
                </c:pt>
                <c:pt idx="131">
                  <c:v>51.752916843662909</c:v>
                </c:pt>
                <c:pt idx="132">
                  <c:v>52.623917945299048</c:v>
                </c:pt>
                <c:pt idx="133">
                  <c:v>53.502854251180274</c:v>
                </c:pt>
                <c:pt idx="134">
                  <c:v>54.38973771957</c:v>
                </c:pt>
                <c:pt idx="135">
                  <c:v>55.284580237185715</c:v>
                </c:pt>
                <c:pt idx="136">
                  <c:v>56.187393620155113</c:v>
                </c:pt>
                <c:pt idx="137">
                  <c:v>57.09818961495224</c:v>
                </c:pt>
                <c:pt idx="138">
                  <c:v>58.016979899314656</c:v>
                </c:pt>
                <c:pt idx="139">
                  <c:v>58.943776083141849</c:v>
                </c:pt>
                <c:pt idx="140">
                  <c:v>59.878589709375596</c:v>
                </c:pt>
                <c:pt idx="141">
                  <c:v>60.821432254862501</c:v>
                </c:pt>
                <c:pt idx="142">
                  <c:v>61.772315131199662</c:v>
                </c:pt>
                <c:pt idx="143">
                  <c:v>62.731249685563313</c:v>
                </c:pt>
                <c:pt idx="144">
                  <c:v>63.698247201521468</c:v>
                </c:pt>
                <c:pt idx="145">
                  <c:v>64.673318899830562</c:v>
                </c:pt>
                <c:pt idx="146">
                  <c:v>65.656475939216762</c:v>
                </c:pt>
                <c:pt idx="147">
                  <c:v>66.647729417142202</c:v>
                </c:pt>
                <c:pt idx="148">
                  <c:v>67.647090370556597</c:v>
                </c:pt>
                <c:pt idx="149">
                  <c:v>68.65456977663483</c:v>
                </c:pt>
                <c:pt idx="150">
                  <c:v>69.670178553500236</c:v>
                </c:pt>
                <c:pt idx="151">
                  <c:v>70.693927560934696</c:v>
                </c:pt>
                <c:pt idx="152">
                  <c:v>71.725827601075409</c:v>
                </c:pt>
                <c:pt idx="153">
                  <c:v>72.765889419098912</c:v>
                </c:pt>
                <c:pt idx="154">
                  <c:v>73.814123703892278</c:v>
                </c:pt>
                <c:pt idx="155">
                  <c:v>74.870541088712457</c:v>
                </c:pt>
                <c:pt idx="156">
                  <c:v>75.935152151833393</c:v>
                </c:pt>
                <c:pt idx="157">
                  <c:v>77.007967417181661</c:v>
                </c:pt>
                <c:pt idx="158">
                  <c:v>78.088997354960796</c:v>
                </c:pt>
                <c:pt idx="159">
                  <c:v>79.178252382264262</c:v>
                </c:pt>
                <c:pt idx="160">
                  <c:v>80.27574286367792</c:v>
                </c:pt>
                <c:pt idx="161">
                  <c:v>81.381479111871755</c:v>
                </c:pt>
                <c:pt idx="162">
                  <c:v>82.495471388181386</c:v>
                </c:pt>
                <c:pt idx="163">
                  <c:v>83.617729903179409</c:v>
                </c:pt>
                <c:pt idx="164">
                  <c:v>84.74826481723693</c:v>
                </c:pt>
                <c:pt idx="165">
                  <c:v>85.887086241075721</c:v>
                </c:pt>
                <c:pt idx="166">
                  <c:v>87.034204236310515</c:v>
                </c:pt>
                <c:pt idx="167">
                  <c:v>88.189628815982658</c:v>
                </c:pt>
                <c:pt idx="168">
                  <c:v>89.353369945084424</c:v>
                </c:pt>
                <c:pt idx="169">
                  <c:v>90.525437541074737</c:v>
                </c:pt>
                <c:pt idx="170">
                  <c:v>91.705841474386361</c:v>
                </c:pt>
                <c:pt idx="171">
                  <c:v>92.894591568924582</c:v>
                </c:pt>
                <c:pt idx="172">
                  <c:v>94.091697602557815</c:v>
                </c:pt>
                <c:pt idx="173">
                  <c:v>95.297169307600271</c:v>
                </c:pt>
                <c:pt idx="174">
                  <c:v>96.511016371286644</c:v>
                </c:pt>
                <c:pt idx="175">
                  <c:v>97.733248436239279</c:v>
                </c:pt>
                <c:pt idx="176">
                  <c:v>98.963875100927709</c:v>
                </c:pt>
                <c:pt idx="177">
                  <c:v>100.20290592012104</c:v>
                </c:pt>
                <c:pt idx="178">
                  <c:v>101.45035040533305</c:v>
                </c:pt>
                <c:pt idx="179">
                  <c:v>102.70621802526038</c:v>
                </c:pt>
                <c:pt idx="180">
                  <c:v>103.9705182062136</c:v>
                </c:pt>
                <c:pt idx="181">
                  <c:v>105.24326033254198</c:v>
                </c:pt>
                <c:pt idx="182">
                  <c:v>106.52445374705133</c:v>
                </c:pt>
                <c:pt idx="183">
                  <c:v>107.81410775141551</c:v>
                </c:pt>
                <c:pt idx="184">
                  <c:v>109.11223160658167</c:v>
                </c:pt>
                <c:pt idx="185">
                  <c:v>110.41883453316932</c:v>
                </c:pt>
                <c:pt idx="186">
                  <c:v>111.73392571186324</c:v>
                </c:pt>
                <c:pt idx="187">
                  <c:v>113.05751428380066</c:v>
                </c:pt>
                <c:pt idx="188">
                  <c:v>114.3896093509523</c:v>
                </c:pt>
                <c:pt idx="189">
                  <c:v>115.7302199764982</c:v>
                </c:pt>
                <c:pt idx="190">
                  <c:v>117.0793551851976</c:v>
                </c:pt>
                <c:pt idx="191">
                  <c:v>118.43702396375348</c:v>
                </c:pt>
                <c:pt idx="192">
                  <c:v>119.80323526117168</c:v>
                </c:pt>
                <c:pt idx="193">
                  <c:v>121.17799798911496</c:v>
                </c:pt>
                <c:pt idx="194">
                  <c:v>122.56132102225179</c:v>
                </c:pt>
                <c:pt idx="195">
                  <c:v>123.9532131986</c:v>
                </c:pt>
                <c:pt idx="196">
                  <c:v>125.35368331986561</c:v>
                </c:pt>
                <c:pt idx="197">
                  <c:v>126.76274015177691</c:v>
                </c:pt>
                <c:pt idx="198">
                  <c:v>128.18039242441358</c:v>
                </c:pt>
                <c:pt idx="199">
                  <c:v>129.60664883253131</c:v>
                </c:pt>
                <c:pt idx="200">
                  <c:v>131.04151803588158</c:v>
                </c:pt>
                <c:pt idx="201">
                  <c:v>132.48500865952744</c:v>
                </c:pt>
                <c:pt idx="202">
                  <c:v>133.93712929415435</c:v>
                </c:pt>
                <c:pt idx="203">
                  <c:v>135.39788849637716</c:v>
                </c:pt>
                <c:pt idx="204">
                  <c:v>136.86729478904238</c:v>
                </c:pt>
                <c:pt idx="205">
                  <c:v>138.34535666152684</c:v>
                </c:pt>
                <c:pt idx="206">
                  <c:v>139.83208257003176</c:v>
                </c:pt>
                <c:pt idx="207">
                  <c:v>141.32748093787322</c:v>
                </c:pt>
                <c:pt idx="208">
                  <c:v>142.83156015576839</c:v>
                </c:pt>
                <c:pt idx="209">
                  <c:v>144.34432858211801</c:v>
                </c:pt>
                <c:pt idx="210">
                  <c:v>145.8657945432852</c:v>
                </c:pt>
                <c:pt idx="211">
                  <c:v>147.39596633387043</c:v>
                </c:pt>
                <c:pt idx="212">
                  <c:v>148.93485221698262</c:v>
                </c:pt>
                <c:pt idx="213">
                  <c:v>150.48246042450731</c:v>
                </c:pt>
                <c:pt idx="214">
                  <c:v>152.03879915737051</c:v>
                </c:pt>
                <c:pt idx="215">
                  <c:v>153.60387658579961</c:v>
                </c:pt>
                <c:pt idx="216">
                  <c:v>155.1777008495807</c:v>
                </c:pt>
                <c:pt idx="217">
                  <c:v>156.76028005831265</c:v>
                </c:pt>
                <c:pt idx="218">
                  <c:v>158.35162229165769</c:v>
                </c:pt>
                <c:pt idx="219">
                  <c:v>159.95173559958917</c:v>
                </c:pt>
                <c:pt idx="220">
                  <c:v>161.56062800263555</c:v>
                </c:pt>
                <c:pt idx="221">
                  <c:v>163.17830749212195</c:v>
                </c:pt>
                <c:pt idx="222">
                  <c:v>164.80478203040818</c:v>
                </c:pt>
                <c:pt idx="223">
                  <c:v>166.44005955112385</c:v>
                </c:pt>
                <c:pt idx="224">
                  <c:v>168.0841479594007</c:v>
                </c:pt>
                <c:pt idx="225">
                  <c:v>169.73705513210174</c:v>
                </c:pt>
                <c:pt idx="226">
                  <c:v>171.39878891804784</c:v>
                </c:pt>
                <c:pt idx="227">
                  <c:v>173.06935713824129</c:v>
                </c:pt>
                <c:pt idx="228">
                  <c:v>174.74876758608656</c:v>
                </c:pt>
                <c:pt idx="229">
                  <c:v>176.43702802760862</c:v>
                </c:pt>
                <c:pt idx="230">
                  <c:v>178.13414620166839</c:v>
                </c:pt>
                <c:pt idx="231">
                  <c:v>179.84012982017552</c:v>
                </c:pt>
                <c:pt idx="232">
                  <c:v>181.55498656829874</c:v>
                </c:pt>
                <c:pt idx="233">
                  <c:v>183.2787241046735</c:v>
                </c:pt>
                <c:pt idx="234">
                  <c:v>185.01135006160723</c:v>
                </c:pt>
                <c:pt idx="235">
                  <c:v>186.75287204528226</c:v>
                </c:pt>
                <c:pt idx="236">
                  <c:v>188.50329763595585</c:v>
                </c:pt>
                <c:pt idx="237">
                  <c:v>190.26263438815852</c:v>
                </c:pt>
                <c:pt idx="238">
                  <c:v>192.03088983088941</c:v>
                </c:pt>
                <c:pt idx="239">
                  <c:v>193.80807146780975</c:v>
                </c:pt>
                <c:pt idx="240">
                  <c:v>195.59418677743398</c:v>
                </c:pt>
                <c:pt idx="241">
                  <c:v>197.38924321331828</c:v>
                </c:pt>
                <c:pt idx="242">
                  <c:v>199.19324820424757</c:v>
                </c:pt>
                <c:pt idx="243">
                  <c:v>201.00620915441979</c:v>
                </c:pt>
                <c:pt idx="244">
                  <c:v>202.82813344362808</c:v>
                </c:pt>
                <c:pt idx="245">
                  <c:v>204.65902842744143</c:v>
                </c:pt>
                <c:pt idx="246">
                  <c:v>206.49890143738253</c:v>
                </c:pt>
                <c:pt idx="247">
                  <c:v>208.34775978110406</c:v>
                </c:pt>
                <c:pt idx="248">
                  <c:v>210.20561074256278</c:v>
                </c:pt>
                <c:pt idx="249">
                  <c:v>212.07246158219181</c:v>
                </c:pt>
                <c:pt idx="250">
                  <c:v>213.94831953707072</c:v>
                </c:pt>
                <c:pt idx="251">
                  <c:v>215.83319182109409</c:v>
                </c:pt>
                <c:pt idx="252">
                  <c:v>217.72708562513773</c:v>
                </c:pt>
                <c:pt idx="253">
                  <c:v>219.63000811722344</c:v>
                </c:pt>
                <c:pt idx="254">
                  <c:v>221.54196644268174</c:v>
                </c:pt>
                <c:pt idx="255">
                  <c:v>222.85380000000001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E23-4DC0-B8C8-DA426C0FFB33}"/>
            </c:ext>
          </c:extLst>
        </c:ser>
        <c:ser>
          <c:idx val="2"/>
          <c:order val="2"/>
          <c:tx>
            <c:strRef>
              <c:f>'Gamma 2.2  6500K'!$E$16</c:f>
              <c:strCache>
                <c:ptCount val="1"/>
                <c:pt idx="0">
                  <c:v>10%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'Gamma 2.2  6500K'!$B$17:$B$272</c:f>
              <c:numCache>
                <c:formatCode>General</c:formatCode>
                <c:ptCount val="25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</c:numCache>
            </c:numRef>
          </c:cat>
          <c:val>
            <c:numRef>
              <c:f>'Gamma 2.2  6500K'!$E$17:$E$272</c:f>
              <c:numCache>
                <c:formatCode>0.00_ </c:formatCode>
                <c:ptCount val="256"/>
                <c:pt idx="0">
                  <c:v>9.9117042580603506E-5</c:v>
                </c:pt>
                <c:pt idx="1">
                  <c:v>2.2794118606330113E-3</c:v>
                </c:pt>
                <c:pt idx="2">
                  <c:v>7.9012653398553116E-3</c:v>
                </c:pt>
                <c:pt idx="3">
                  <c:v>1.7399995828324463E-2</c:v>
                </c:pt>
                <c:pt idx="4">
                  <c:v>3.1069646079381362E-2</c:v>
                </c:pt>
                <c:pt idx="5">
                  <c:v>4.9138184127694225E-2</c:v>
                </c:pt>
                <c:pt idx="6">
                  <c:v>7.1793935283750054E-2</c:v>
                </c:pt>
                <c:pt idx="7">
                  <c:v>9.9198434879407715E-2</c:v>
                </c:pt>
                <c:pt idx="8">
                  <c:v>0.13149375354585985</c:v>
                </c:pt>
                <c:pt idx="9">
                  <c:v>0.16880710493324594</c:v>
                </c:pt>
                <c:pt idx="10">
                  <c:v>0.21125394846201459</c:v>
                </c:pt>
                <c:pt idx="11">
                  <c:v>0.25894018626852633</c:v>
                </c:pt>
                <c:pt idx="12">
                  <c:v>0.31196378011485498</c:v>
                </c:pt>
                <c:pt idx="13">
                  <c:v>0.3704159785650416</c:v>
                </c:pt>
                <c:pt idx="14">
                  <c:v>0.43438227200972107</c:v>
                </c:pt>
                <c:pt idx="15">
                  <c:v>0.5039431515475451</c:v>
                </c:pt>
                <c:pt idx="16">
                  <c:v>0.57917472272191928</c:v>
                </c:pt>
                <c:pt idx="17">
                  <c:v>0.66014920941768707</c:v>
                </c:pt>
                <c:pt idx="18">
                  <c:v>0.74693537301784407</c:v>
                </c:pt>
                <c:pt idx="19">
                  <c:v>0.8395988650803432</c:v>
                </c:pt>
                <c:pt idx="20">
                  <c:v>0.93820252708795393</c:v>
                </c:pt>
                <c:pt idx="21">
                  <c:v>1.0428066475094677</c:v>
                </c:pt>
                <c:pt idx="22">
                  <c:v>1.1534691840285365</c:v>
                </c:pt>
                <c:pt idx="23">
                  <c:v>1.2702459570534712</c:v>
                </c:pt>
                <c:pt idx="24">
                  <c:v>1.3931908193251896</c:v>
                </c:pt>
                <c:pt idx="25">
                  <c:v>1.5223558054625761</c:v>
                </c:pt>
                <c:pt idx="26">
                  <c:v>1.6577912645367543</c:v>
                </c:pt>
                <c:pt idx="27">
                  <c:v>1.7995459781872849</c:v>
                </c:pt>
                <c:pt idx="28">
                  <c:v>1.9476672663407324</c:v>
                </c:pt>
                <c:pt idx="29">
                  <c:v>2.1022010822343491</c:v>
                </c:pt>
                <c:pt idx="30">
                  <c:v>2.2631920981625342</c:v>
                </c:pt>
                <c:pt idx="31">
                  <c:v>2.4306837831341674</c:v>
                </c:pt>
                <c:pt idx="32">
                  <c:v>2.6047184734430466</c:v>
                </c:pt>
                <c:pt idx="33">
                  <c:v>2.7853374370016568</c:v>
                </c:pt>
                <c:pt idx="34">
                  <c:v>2.9725809321635319</c:v>
                </c:pt>
                <c:pt idx="35">
                  <c:v>3.1664882616562036</c:v>
                </c:pt>
                <c:pt idx="36">
                  <c:v>3.3670978221604138</c:v>
                </c:pt>
                <c:pt idx="37">
                  <c:v>3.5744471499994095</c:v>
                </c:pt>
                <c:pt idx="38">
                  <c:v>3.7885729633411902</c:v>
                </c:pt>
                <c:pt idx="39">
                  <c:v>4.0095112012654859</c:v>
                </c:pt>
                <c:pt idx="40">
                  <c:v>4.2372970600033462</c:v>
                </c:pt>
                <c:pt idx="41">
                  <c:v>4.4719650266202331</c:v>
                </c:pt>
                <c:pt idx="42">
                  <c:v>4.7135489103812365</c:v>
                </c:pt>
                <c:pt idx="43">
                  <c:v>4.9620818720098683</c:v>
                </c:pt>
                <c:pt idx="44">
                  <c:v>5.2175964510278563</c:v>
                </c:pt>
                <c:pt idx="45">
                  <c:v>5.4801245913428964</c:v>
                </c:pt>
                <c:pt idx="46">
                  <c:v>5.7496976652333673</c:v>
                </c:pt>
                <c:pt idx="47">
                  <c:v>6.0263464958632884</c:v>
                </c:pt>
                <c:pt idx="48">
                  <c:v>6.3101013784472038</c:v>
                </c:pt>
                <c:pt idx="49">
                  <c:v>6.6009921001725349</c:v>
                </c:pt>
                <c:pt idx="50">
                  <c:v>6.8990479589763911</c:v>
                </c:pt>
                <c:pt idx="51">
                  <c:v>7.2042977812644242</c:v>
                </c:pt>
                <c:pt idx="52">
                  <c:v>7.5167699386510733</c:v>
                </c:pt>
                <c:pt idx="53">
                  <c:v>7.836492363793095</c:v>
                </c:pt>
                <c:pt idx="54">
                  <c:v>8.1634925653818122</c:v>
                </c:pt>
                <c:pt idx="55">
                  <c:v>8.4977976423535893</c:v>
                </c:pt>
                <c:pt idx="56">
                  <c:v>8.8394342973728826</c:v>
                </c:pt>
                <c:pt idx="57">
                  <c:v>9.1884288496374644</c:v>
                </c:pt>
                <c:pt idx="58">
                  <c:v>9.5448072470512617</c:v>
                </c:pt>
                <c:pt idx="59">
                  <c:v>9.9085950778065186</c:v>
                </c:pt>
                <c:pt idx="60">
                  <c:v>10.279817581413429</c:v>
                </c:pt>
                <c:pt idx="61">
                  <c:v>10.658499659212476</c:v>
                </c:pt>
                <c:pt idx="62">
                  <c:v>11.044665884401841</c:v>
                </c:pt>
                <c:pt idx="63">
                  <c:v>11.438340511609791</c:v>
                </c:pt>
                <c:pt idx="64">
                  <c:v>11.839547486039546</c:v>
                </c:pt>
                <c:pt idx="65">
                  <c:v>12.248310452212198</c:v>
                </c:pt>
                <c:pt idx="66">
                  <c:v>12.664652762331297</c:v>
                </c:pt>
                <c:pt idx="67">
                  <c:v>13.088597484290876</c:v>
                </c:pt>
                <c:pt idx="68">
                  <c:v>13.520167409347424</c:v>
                </c:pt>
                <c:pt idx="69">
                  <c:v>13.95938505947449</c:v>
                </c:pt>
                <c:pt idx="70">
                  <c:v>14.406272694417536</c:v>
                </c:pt>
                <c:pt idx="71">
                  <c:v>14.860852318465419</c:v>
                </c:pt>
                <c:pt idx="72">
                  <c:v>15.323145686953712</c:v>
                </c:pt>
                <c:pt idx="73">
                  <c:v>15.793174312514033</c:v>
                </c:pt>
                <c:pt idx="74">
                  <c:v>16.270959471082708</c:v>
                </c:pt>
                <c:pt idx="75">
                  <c:v>16.756522207681162</c:v>
                </c:pt>
                <c:pt idx="76">
                  <c:v>17.249883341979665</c:v>
                </c:pt>
                <c:pt idx="77">
                  <c:v>17.751063473655272</c:v>
                </c:pt>
                <c:pt idx="78">
                  <c:v>18.260082987554174</c:v>
                </c:pt>
                <c:pt idx="79">
                  <c:v>18.776962058668026</c:v>
                </c:pt>
                <c:pt idx="80">
                  <c:v>19.30172065693327</c:v>
                </c:pt>
                <c:pt idx="81">
                  <c:v>19.834378551861839</c:v>
                </c:pt>
                <c:pt idx="82">
                  <c:v>20.374955317011132</c:v>
                </c:pt>
                <c:pt idx="83">
                  <c:v>20.923470334300916</c:v>
                </c:pt>
                <c:pt idx="84">
                  <c:v>21.479942798183966</c:v>
                </c:pt>
                <c:pt idx="85">
                  <c:v>22.044391719677368</c:v>
                </c:pt>
                <c:pt idx="86">
                  <c:v>22.61683593026029</c:v>
                </c:pt>
                <c:pt idx="87">
                  <c:v>23.197294085644646</c:v>
                </c:pt>
                <c:pt idx="88">
                  <c:v>23.785784669423926</c:v>
                </c:pt>
                <c:pt idx="89">
                  <c:v>24.382325996605481</c:v>
                </c:pt>
                <c:pt idx="90">
                  <c:v>24.986936217031385</c:v>
                </c:pt>
                <c:pt idx="91">
                  <c:v>25.599633318692387</c:v>
                </c:pt>
                <c:pt idx="92">
                  <c:v>26.220435130939848</c:v>
                </c:pt>
                <c:pt idx="93">
                  <c:v>26.849359327599252</c:v>
                </c:pt>
                <c:pt idx="94">
                  <c:v>27.486423429989941</c:v>
                </c:pt>
                <c:pt idx="95">
                  <c:v>28.131644809854464</c:v>
                </c:pt>
                <c:pt idx="96">
                  <c:v>28.785040692201449</c:v>
                </c:pt>
                <c:pt idx="97">
                  <c:v>29.446628158065231</c:v>
                </c:pt>
                <c:pt idx="98">
                  <c:v>30.116424147185523</c:v>
                </c:pt>
                <c:pt idx="99">
                  <c:v>30.794445460610394</c:v>
                </c:pt>
                <c:pt idx="100">
                  <c:v>31.480708763225387</c:v>
                </c:pt>
                <c:pt idx="101">
                  <c:v>32.175230586211576</c:v>
                </c:pt>
                <c:pt idx="102">
                  <c:v>32.878027329435341</c:v>
                </c:pt>
                <c:pt idx="103">
                  <c:v>33.589115263772172</c:v>
                </c:pt>
                <c:pt idx="104">
                  <c:v>34.308510533367468</c:v>
                </c:pt>
                <c:pt idx="105">
                  <c:v>35.03622915783594</c:v>
                </c:pt>
                <c:pt idx="106">
                  <c:v>35.772287034402403</c:v>
                </c:pt>
                <c:pt idx="107">
                  <c:v>36.516699939985763</c:v>
                </c:pt>
                <c:pt idx="108">
                  <c:v>37.26948353322846</c:v>
                </c:pt>
                <c:pt idx="109">
                  <c:v>38.030653356472911</c:v>
                </c:pt>
                <c:pt idx="110">
                  <c:v>38.80022483768736</c:v>
                </c:pt>
                <c:pt idx="111">
                  <c:v>39.578213292342241</c:v>
                </c:pt>
                <c:pt idx="112">
                  <c:v>40.364633925239374</c:v>
                </c:pt>
                <c:pt idx="113">
                  <c:v>41.159501832295135</c:v>
                </c:pt>
                <c:pt idx="114">
                  <c:v>41.96283200227937</c:v>
                </c:pt>
                <c:pt idx="115">
                  <c:v>42.774639318511518</c:v>
                </c:pt>
                <c:pt idx="116">
                  <c:v>43.594938560515295</c:v>
                </c:pt>
                <c:pt idx="117">
                  <c:v>44.423744405633357</c:v>
                </c:pt>
                <c:pt idx="118">
                  <c:v>45.261071430603288</c:v>
                </c:pt>
                <c:pt idx="119">
                  <c:v>46.106934113095875</c:v>
                </c:pt>
                <c:pt idx="120">
                  <c:v>46.961346833217398</c:v>
                </c:pt>
                <c:pt idx="121">
                  <c:v>47.824323874976599</c:v>
                </c:pt>
                <c:pt idx="122">
                  <c:v>48.695879427717628</c:v>
                </c:pt>
                <c:pt idx="123">
                  <c:v>49.57602758752008</c:v>
                </c:pt>
                <c:pt idx="124">
                  <c:v>50.464782358567078</c:v>
                </c:pt>
                <c:pt idx="125">
                  <c:v>51.362157654482374</c:v>
                </c:pt>
                <c:pt idx="126">
                  <c:v>52.268167299637405</c:v>
                </c:pt>
                <c:pt idx="127">
                  <c:v>53.182825030429257</c:v>
                </c:pt>
                <c:pt idx="128">
                  <c:v>54.106144496530412</c:v>
                </c:pt>
                <c:pt idx="129">
                  <c:v>55.038139262111123</c:v>
                </c:pt>
                <c:pt idx="130">
                  <c:v>55.978822807035023</c:v>
                </c:pt>
                <c:pt idx="131">
                  <c:v>56.928208528029202</c:v>
                </c:pt>
                <c:pt idx="132">
                  <c:v>57.886309739828953</c:v>
                </c:pt>
                <c:pt idx="133">
                  <c:v>58.853139676298298</c:v>
                </c:pt>
                <c:pt idx="134">
                  <c:v>59.828711491527002</c:v>
                </c:pt>
                <c:pt idx="135">
                  <c:v>60.813038260904285</c:v>
                </c:pt>
                <c:pt idx="136">
                  <c:v>61.806132982170624</c:v>
                </c:pt>
                <c:pt idx="137">
                  <c:v>62.808008576447463</c:v>
                </c:pt>
                <c:pt idx="138">
                  <c:v>63.818677889246118</c:v>
                </c:pt>
                <c:pt idx="139">
                  <c:v>64.838153691456029</c:v>
                </c:pt>
                <c:pt idx="140">
                  <c:v>65.866448680313155</c:v>
                </c:pt>
                <c:pt idx="141">
                  <c:v>66.903575480348749</c:v>
                </c:pt>
                <c:pt idx="142">
                  <c:v>67.949546644319625</c:v>
                </c:pt>
                <c:pt idx="143">
                  <c:v>69.004374654119644</c:v>
                </c:pt>
                <c:pt idx="144">
                  <c:v>70.068071921673621</c:v>
                </c:pt>
                <c:pt idx="145">
                  <c:v>71.14065078981362</c:v>
                </c:pt>
                <c:pt idx="146">
                  <c:v>72.222123533138443</c:v>
                </c:pt>
                <c:pt idx="147">
                  <c:v>73.31250235885642</c:v>
                </c:pt>
                <c:pt idx="148">
                  <c:v>74.41179940761225</c:v>
                </c:pt>
                <c:pt idx="149">
                  <c:v>75.520026754298314</c:v>
                </c:pt>
                <c:pt idx="150">
                  <c:v>76.637196408850258</c:v>
                </c:pt>
                <c:pt idx="151">
                  <c:v>77.76332031702816</c:v>
                </c:pt>
                <c:pt idx="152">
                  <c:v>78.898410361182954</c:v>
                </c:pt>
                <c:pt idx="153">
                  <c:v>80.042478361008804</c:v>
                </c:pt>
                <c:pt idx="154">
                  <c:v>81.195536074281506</c:v>
                </c:pt>
                <c:pt idx="155">
                  <c:v>82.357595197583706</c:v>
                </c:pt>
                <c:pt idx="156">
                  <c:v>83.528667367016737</c:v>
                </c:pt>
                <c:pt idx="157">
                  <c:v>84.708764158899825</c:v>
                </c:pt>
                <c:pt idx="158">
                  <c:v>85.89789709045688</c:v>
                </c:pt>
                <c:pt idx="159">
                  <c:v>87.096077620490689</c:v>
                </c:pt>
                <c:pt idx="160">
                  <c:v>88.303317150045714</c:v>
                </c:pt>
                <c:pt idx="161">
                  <c:v>89.519627023058931</c:v>
                </c:pt>
                <c:pt idx="162">
                  <c:v>90.74501852699953</c:v>
                </c:pt>
                <c:pt idx="163">
                  <c:v>91.979502893497354</c:v>
                </c:pt>
                <c:pt idx="164">
                  <c:v>93.223091298960625</c:v>
                </c:pt>
                <c:pt idx="165">
                  <c:v>94.475794865183289</c:v>
                </c:pt>
                <c:pt idx="166">
                  <c:v>95.737624659941559</c:v>
                </c:pt>
                <c:pt idx="167">
                  <c:v>97.008591697580925</c:v>
                </c:pt>
                <c:pt idx="168">
                  <c:v>98.288706939592871</c:v>
                </c:pt>
                <c:pt idx="169">
                  <c:v>99.577981295182212</c:v>
                </c:pt>
                <c:pt idx="170">
                  <c:v>100.87642562182499</c:v>
                </c:pt>
                <c:pt idx="171">
                  <c:v>102.18405072581704</c:v>
                </c:pt>
                <c:pt idx="172">
                  <c:v>103.50086736281359</c:v>
                </c:pt>
                <c:pt idx="173">
                  <c:v>104.8268862383603</c:v>
                </c:pt>
                <c:pt idx="174">
                  <c:v>106.16211800841531</c:v>
                </c:pt>
                <c:pt idx="175">
                  <c:v>107.5065732798632</c:v>
                </c:pt>
                <c:pt idx="176">
                  <c:v>108.86026261102049</c:v>
                </c:pt>
                <c:pt idx="177">
                  <c:v>110.22319651213314</c:v>
                </c:pt>
                <c:pt idx="178">
                  <c:v>111.59538544586636</c:v>
                </c:pt>
                <c:pt idx="179">
                  <c:v>112.97683982778642</c:v>
                </c:pt>
                <c:pt idx="180">
                  <c:v>114.36757002683495</c:v>
                </c:pt>
                <c:pt idx="181">
                  <c:v>115.76758636579618</c:v>
                </c:pt>
                <c:pt idx="182">
                  <c:v>117.17689912175646</c:v>
                </c:pt>
                <c:pt idx="183">
                  <c:v>118.59551852655706</c:v>
                </c:pt>
                <c:pt idx="184">
                  <c:v>120.02345476723984</c:v>
                </c:pt>
                <c:pt idx="185">
                  <c:v>121.46071798648624</c:v>
                </c:pt>
                <c:pt idx="186">
                  <c:v>122.90731828304956</c:v>
                </c:pt>
                <c:pt idx="187">
                  <c:v>124.36326571218072</c:v>
                </c:pt>
                <c:pt idx="188">
                  <c:v>125.82857028604752</c:v>
                </c:pt>
                <c:pt idx="189">
                  <c:v>127.30324197414802</c:v>
                </c:pt>
                <c:pt idx="190">
                  <c:v>128.78729070371736</c:v>
                </c:pt>
                <c:pt idx="191">
                  <c:v>130.28072636012882</c:v>
                </c:pt>
                <c:pt idx="192">
                  <c:v>131.78355878728885</c:v>
                </c:pt>
                <c:pt idx="193">
                  <c:v>133.29579778802645</c:v>
                </c:pt>
                <c:pt idx="194">
                  <c:v>134.81745312447697</c:v>
                </c:pt>
                <c:pt idx="195">
                  <c:v>136.34853451845999</c:v>
                </c:pt>
                <c:pt idx="196">
                  <c:v>137.88905165185218</c:v>
                </c:pt>
                <c:pt idx="197">
                  <c:v>139.43901416695459</c:v>
                </c:pt>
                <c:pt idx="198">
                  <c:v>140.99843166685494</c:v>
                </c:pt>
                <c:pt idx="199">
                  <c:v>142.56731371578445</c:v>
                </c:pt>
                <c:pt idx="200">
                  <c:v>144.14566983946975</c:v>
                </c:pt>
                <c:pt idx="201">
                  <c:v>145.73350952548017</c:v>
                </c:pt>
                <c:pt idx="202">
                  <c:v>147.33084222356979</c:v>
                </c:pt>
                <c:pt idx="203">
                  <c:v>148.93767734601488</c:v>
                </c:pt>
                <c:pt idx="204">
                  <c:v>150.5540242679466</c:v>
                </c:pt>
                <c:pt idx="205">
                  <c:v>152.17989232767951</c:v>
                </c:pt>
                <c:pt idx="206">
                  <c:v>153.81529082703494</c:v>
                </c:pt>
                <c:pt idx="207">
                  <c:v>155.46022903166053</c:v>
                </c:pt>
                <c:pt idx="208">
                  <c:v>157.11471617134524</c:v>
                </c:pt>
                <c:pt idx="209">
                  <c:v>158.77876144032982</c:v>
                </c:pt>
                <c:pt idx="210">
                  <c:v>160.45237399761373</c:v>
                </c:pt>
                <c:pt idx="211">
                  <c:v>162.13556296725747</c:v>
                </c:pt>
                <c:pt idx="212">
                  <c:v>163.82833743868088</c:v>
                </c:pt>
                <c:pt idx="213">
                  <c:v>165.53070646695804</c:v>
                </c:pt>
                <c:pt idx="214">
                  <c:v>167.24267907310755</c:v>
                </c:pt>
                <c:pt idx="215">
                  <c:v>168.96426424437956</c:v>
                </c:pt>
                <c:pt idx="216">
                  <c:v>170.69547093453878</c:v>
                </c:pt>
                <c:pt idx="217">
                  <c:v>172.4363080641439</c:v>
                </c:pt>
                <c:pt idx="218">
                  <c:v>174.18678452082347</c:v>
                </c:pt>
                <c:pt idx="219">
                  <c:v>175.94690915954808</c:v>
                </c:pt>
                <c:pt idx="220">
                  <c:v>177.71669080289911</c:v>
                </c:pt>
                <c:pt idx="221">
                  <c:v>179.49613824133414</c:v>
                </c:pt>
                <c:pt idx="222">
                  <c:v>181.28526023344898</c:v>
                </c:pt>
                <c:pt idx="223">
                  <c:v>183.08406550623624</c:v>
                </c:pt>
                <c:pt idx="224">
                  <c:v>184.89256275534078</c:v>
                </c:pt>
                <c:pt idx="225">
                  <c:v>186.71076064531192</c:v>
                </c:pt>
                <c:pt idx="226">
                  <c:v>188.53866780985263</c:v>
                </c:pt>
                <c:pt idx="227">
                  <c:v>190.3762928520654</c:v>
                </c:pt>
                <c:pt idx="228">
                  <c:v>192.2236443446952</c:v>
                </c:pt>
                <c:pt idx="229">
                  <c:v>194.08073083036948</c:v>
                </c:pt>
                <c:pt idx="230">
                  <c:v>195.94756082183522</c:v>
                </c:pt>
                <c:pt idx="231">
                  <c:v>197.82414280219308</c:v>
                </c:pt>
                <c:pt idx="232">
                  <c:v>199.71048522512862</c:v>
                </c:pt>
                <c:pt idx="233">
                  <c:v>201.60659651514084</c:v>
                </c:pt>
                <c:pt idx="234">
                  <c:v>203.51248506776795</c:v>
                </c:pt>
                <c:pt idx="235">
                  <c:v>205.42815924981048</c:v>
                </c:pt>
                <c:pt idx="236">
                  <c:v>207.35362739955144</c:v>
                </c:pt>
                <c:pt idx="237">
                  <c:v>209.28889782697436</c:v>
                </c:pt>
                <c:pt idx="238">
                  <c:v>211.23397881397835</c:v>
                </c:pt>
                <c:pt idx="239">
                  <c:v>213.18887861459072</c:v>
                </c:pt>
                <c:pt idx="240">
                  <c:v>215.15360545517737</c:v>
                </c:pt>
                <c:pt idx="241">
                  <c:v>217.12816753465012</c:v>
                </c:pt>
                <c:pt idx="242">
                  <c:v>219.11257302467232</c:v>
                </c:pt>
                <c:pt idx="243">
                  <c:v>221.10683006986176</c:v>
                </c:pt>
                <c:pt idx="244">
                  <c:v>223.11094678799088</c:v>
                </c:pt>
                <c:pt idx="245">
                  <c:v>225.12493127018558</c:v>
                </c:pt>
                <c:pt idx="246">
                  <c:v>227.14879158112078</c:v>
                </c:pt>
                <c:pt idx="247">
                  <c:v>229.18253575921446</c:v>
                </c:pt>
                <c:pt idx="248">
                  <c:v>231.22617181681906</c:v>
                </c:pt>
                <c:pt idx="249">
                  <c:v>233.279707740411</c:v>
                </c:pt>
                <c:pt idx="250">
                  <c:v>235.34315149077779</c:v>
                </c:pt>
                <c:pt idx="251">
                  <c:v>237.41651100320351</c:v>
                </c:pt>
                <c:pt idx="252">
                  <c:v>239.4997941876515</c:v>
                </c:pt>
                <c:pt idx="253">
                  <c:v>241.59300892894578</c:v>
                </c:pt>
                <c:pt idx="254">
                  <c:v>243.69616308694992</c:v>
                </c:pt>
                <c:pt idx="255">
                  <c:v>245.13918000000001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E23-4DC0-B8C8-DA426C0FFB33}"/>
            </c:ext>
          </c:extLst>
        </c:ser>
        <c:ser>
          <c:idx val="3"/>
          <c:order val="3"/>
          <c:tx>
            <c:strRef>
              <c:f>'Gamma 2.2  6500K'!$F$16</c:f>
              <c:strCache>
                <c:ptCount val="1"/>
                <c:pt idx="0">
                  <c:v>Measure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'Gamma 2.2  6500K'!$B$17:$B$272</c:f>
              <c:numCache>
                <c:formatCode>General</c:formatCode>
                <c:ptCount val="25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</c:numCache>
            </c:numRef>
          </c:cat>
          <c:val>
            <c:numRef>
              <c:f>'Gamma 2.2  6500K'!$F$17:$F$272</c:f>
              <c:numCache>
                <c:formatCode>General</c:formatCode>
                <c:ptCount val="256"/>
                <c:pt idx="0">
                  <c:v>0.31659999999999999</c:v>
                </c:pt>
                <c:pt idx="1">
                  <c:v>0.3175</c:v>
                </c:pt>
                <c:pt idx="2">
                  <c:v>0.32979999999999998</c:v>
                </c:pt>
                <c:pt idx="3">
                  <c:v>0.34210000000000002</c:v>
                </c:pt>
                <c:pt idx="4">
                  <c:v>0.34839999999999999</c:v>
                </c:pt>
                <c:pt idx="5">
                  <c:v>0.3574</c:v>
                </c:pt>
                <c:pt idx="6">
                  <c:v>0.3715</c:v>
                </c:pt>
                <c:pt idx="7">
                  <c:v>0.37609999999999999</c:v>
                </c:pt>
                <c:pt idx="8">
                  <c:v>0.40870000000000001</c:v>
                </c:pt>
                <c:pt idx="9">
                  <c:v>0.43669999999999998</c:v>
                </c:pt>
                <c:pt idx="10">
                  <c:v>0.47799999999999998</c:v>
                </c:pt>
                <c:pt idx="11">
                  <c:v>0.50790000000000002</c:v>
                </c:pt>
                <c:pt idx="12">
                  <c:v>0.55930000000000002</c:v>
                </c:pt>
                <c:pt idx="13">
                  <c:v>0.62760000000000005</c:v>
                </c:pt>
                <c:pt idx="14">
                  <c:v>0.68479999999999996</c:v>
                </c:pt>
                <c:pt idx="15">
                  <c:v>0.74280000000000002</c:v>
                </c:pt>
                <c:pt idx="16">
                  <c:v>0.80989999999999995</c:v>
                </c:pt>
                <c:pt idx="17">
                  <c:v>0.90600000000000003</c:v>
                </c:pt>
                <c:pt idx="18">
                  <c:v>0.98509999999999998</c:v>
                </c:pt>
                <c:pt idx="19">
                  <c:v>1.0804</c:v>
                </c:pt>
                <c:pt idx="20">
                  <c:v>1.1881999999999999</c:v>
                </c:pt>
                <c:pt idx="21">
                  <c:v>1.2482</c:v>
                </c:pt>
                <c:pt idx="22">
                  <c:v>1.3492</c:v>
                </c:pt>
                <c:pt idx="23">
                  <c:v>1.4275</c:v>
                </c:pt>
                <c:pt idx="24">
                  <c:v>1.5290999999999999</c:v>
                </c:pt>
                <c:pt idx="25">
                  <c:v>1.6519999999999999</c:v>
                </c:pt>
                <c:pt idx="26">
                  <c:v>1.7624</c:v>
                </c:pt>
                <c:pt idx="27">
                  <c:v>1.8512</c:v>
                </c:pt>
                <c:pt idx="28">
                  <c:v>1.9834000000000001</c:v>
                </c:pt>
                <c:pt idx="29">
                  <c:v>2.0994000000000002</c:v>
                </c:pt>
                <c:pt idx="30">
                  <c:v>2.3334999999999999</c:v>
                </c:pt>
                <c:pt idx="31">
                  <c:v>2.5015000000000001</c:v>
                </c:pt>
                <c:pt idx="32">
                  <c:v>2.6286999999999998</c:v>
                </c:pt>
                <c:pt idx="33">
                  <c:v>2.7536</c:v>
                </c:pt>
                <c:pt idx="34">
                  <c:v>2.9352999999999998</c:v>
                </c:pt>
                <c:pt idx="35">
                  <c:v>3.2065000000000001</c:v>
                </c:pt>
                <c:pt idx="36">
                  <c:v>3.3393000000000002</c:v>
                </c:pt>
                <c:pt idx="37">
                  <c:v>3.5497999999999998</c:v>
                </c:pt>
                <c:pt idx="38">
                  <c:v>3.7376</c:v>
                </c:pt>
                <c:pt idx="39">
                  <c:v>3.8999000000000001</c:v>
                </c:pt>
                <c:pt idx="40">
                  <c:v>4.1075999999999997</c:v>
                </c:pt>
                <c:pt idx="41">
                  <c:v>4.2941000000000003</c:v>
                </c:pt>
                <c:pt idx="42">
                  <c:v>4.5622999999999996</c:v>
                </c:pt>
                <c:pt idx="43">
                  <c:v>4.9477000000000002</c:v>
                </c:pt>
                <c:pt idx="44">
                  <c:v>5.1554000000000002</c:v>
                </c:pt>
                <c:pt idx="45">
                  <c:v>5.3575999999999997</c:v>
                </c:pt>
                <c:pt idx="46">
                  <c:v>5.6814</c:v>
                </c:pt>
                <c:pt idx="47">
                  <c:v>5.8611000000000004</c:v>
                </c:pt>
                <c:pt idx="48">
                  <c:v>6.1546000000000003</c:v>
                </c:pt>
                <c:pt idx="49">
                  <c:v>6.3700999999999999</c:v>
                </c:pt>
                <c:pt idx="50">
                  <c:v>6.9337</c:v>
                </c:pt>
                <c:pt idx="51">
                  <c:v>7.1646999999999998</c:v>
                </c:pt>
                <c:pt idx="52">
                  <c:v>7.4748999999999999</c:v>
                </c:pt>
                <c:pt idx="53">
                  <c:v>7.7401</c:v>
                </c:pt>
                <c:pt idx="54">
                  <c:v>8.0824999999999996</c:v>
                </c:pt>
                <c:pt idx="55">
                  <c:v>8.3178000000000001</c:v>
                </c:pt>
                <c:pt idx="56">
                  <c:v>8.8047000000000004</c:v>
                </c:pt>
                <c:pt idx="57">
                  <c:v>9.0702999999999996</c:v>
                </c:pt>
                <c:pt idx="58">
                  <c:v>9.4613999999999994</c:v>
                </c:pt>
                <c:pt idx="59">
                  <c:v>9.7478999999999996</c:v>
                </c:pt>
                <c:pt idx="60">
                  <c:v>10.026899999999999</c:v>
                </c:pt>
                <c:pt idx="61">
                  <c:v>10.420299999999999</c:v>
                </c:pt>
                <c:pt idx="62">
                  <c:v>10.7217</c:v>
                </c:pt>
                <c:pt idx="63">
                  <c:v>11.1784</c:v>
                </c:pt>
                <c:pt idx="64">
                  <c:v>11.616199999999999</c:v>
                </c:pt>
                <c:pt idx="65">
                  <c:v>11.9312</c:v>
                </c:pt>
                <c:pt idx="66">
                  <c:v>12.3285</c:v>
                </c:pt>
                <c:pt idx="67">
                  <c:v>12.684699999999999</c:v>
                </c:pt>
                <c:pt idx="68">
                  <c:v>13.2172</c:v>
                </c:pt>
                <c:pt idx="69">
                  <c:v>13.589399999999999</c:v>
                </c:pt>
                <c:pt idx="70">
                  <c:v>13.953099999999999</c:v>
                </c:pt>
                <c:pt idx="71">
                  <c:v>14.488</c:v>
                </c:pt>
                <c:pt idx="72">
                  <c:v>14.8742</c:v>
                </c:pt>
                <c:pt idx="73">
                  <c:v>15.3962</c:v>
                </c:pt>
                <c:pt idx="74">
                  <c:v>15.7744</c:v>
                </c:pt>
                <c:pt idx="75">
                  <c:v>16.148399999999999</c:v>
                </c:pt>
                <c:pt idx="76">
                  <c:v>16.668199999999999</c:v>
                </c:pt>
                <c:pt idx="77">
                  <c:v>17.125</c:v>
                </c:pt>
                <c:pt idx="78">
                  <c:v>17.553100000000001</c:v>
                </c:pt>
                <c:pt idx="79">
                  <c:v>17.966100000000001</c:v>
                </c:pt>
                <c:pt idx="80">
                  <c:v>18.0898</c:v>
                </c:pt>
                <c:pt idx="81">
                  <c:v>18.6356</c:v>
                </c:pt>
                <c:pt idx="82">
                  <c:v>19.093800000000002</c:v>
                </c:pt>
                <c:pt idx="83">
                  <c:v>19.464200000000002</c:v>
                </c:pt>
                <c:pt idx="84">
                  <c:v>20.046099999999999</c:v>
                </c:pt>
                <c:pt idx="85">
                  <c:v>20.5748</c:v>
                </c:pt>
                <c:pt idx="86">
                  <c:v>21.1023</c:v>
                </c:pt>
                <c:pt idx="87">
                  <c:v>21.563800000000001</c:v>
                </c:pt>
                <c:pt idx="88">
                  <c:v>22.191800000000001</c:v>
                </c:pt>
                <c:pt idx="89">
                  <c:v>22.680299999999999</c:v>
                </c:pt>
                <c:pt idx="90">
                  <c:v>23.130800000000001</c:v>
                </c:pt>
                <c:pt idx="91">
                  <c:v>23.404499999999999</c:v>
                </c:pt>
                <c:pt idx="92">
                  <c:v>24.055700000000002</c:v>
                </c:pt>
                <c:pt idx="93">
                  <c:v>24.555900000000001</c:v>
                </c:pt>
                <c:pt idx="94">
                  <c:v>25.081399999999999</c:v>
                </c:pt>
                <c:pt idx="95">
                  <c:v>25.587399999999999</c:v>
                </c:pt>
                <c:pt idx="96">
                  <c:v>26.294</c:v>
                </c:pt>
                <c:pt idx="97">
                  <c:v>26.744800000000001</c:v>
                </c:pt>
                <c:pt idx="98">
                  <c:v>27.3553</c:v>
                </c:pt>
                <c:pt idx="99">
                  <c:v>28.053799999999999</c:v>
                </c:pt>
                <c:pt idx="100">
                  <c:v>28.537500000000001</c:v>
                </c:pt>
                <c:pt idx="101">
                  <c:v>29.402999999999999</c:v>
                </c:pt>
                <c:pt idx="102">
                  <c:v>29.874700000000001</c:v>
                </c:pt>
                <c:pt idx="103">
                  <c:v>30.605</c:v>
                </c:pt>
                <c:pt idx="104">
                  <c:v>31.291399999999999</c:v>
                </c:pt>
                <c:pt idx="105">
                  <c:v>32.122599999999998</c:v>
                </c:pt>
                <c:pt idx="106">
                  <c:v>32.735599999999998</c:v>
                </c:pt>
                <c:pt idx="107">
                  <c:v>33.270899999999997</c:v>
                </c:pt>
                <c:pt idx="108">
                  <c:v>34.070900000000002</c:v>
                </c:pt>
                <c:pt idx="109">
                  <c:v>34.819299999999998</c:v>
                </c:pt>
                <c:pt idx="110">
                  <c:v>35.464700000000001</c:v>
                </c:pt>
                <c:pt idx="111">
                  <c:v>36.18</c:v>
                </c:pt>
                <c:pt idx="112">
                  <c:v>36.939</c:v>
                </c:pt>
                <c:pt idx="113">
                  <c:v>37.838299999999997</c:v>
                </c:pt>
                <c:pt idx="114">
                  <c:v>38.482300000000002</c:v>
                </c:pt>
                <c:pt idx="115">
                  <c:v>39.371000000000002</c:v>
                </c:pt>
                <c:pt idx="116">
                  <c:v>39.988500000000002</c:v>
                </c:pt>
                <c:pt idx="117">
                  <c:v>40.5959</c:v>
                </c:pt>
                <c:pt idx="118">
                  <c:v>41.615499999999997</c:v>
                </c:pt>
                <c:pt idx="119">
                  <c:v>42.269199999999998</c:v>
                </c:pt>
                <c:pt idx="120">
                  <c:v>43.089500000000001</c:v>
                </c:pt>
                <c:pt idx="121">
                  <c:v>44.107100000000003</c:v>
                </c:pt>
                <c:pt idx="122">
                  <c:v>44.8688</c:v>
                </c:pt>
                <c:pt idx="123">
                  <c:v>45.8108</c:v>
                </c:pt>
                <c:pt idx="124">
                  <c:v>46.517699999999998</c:v>
                </c:pt>
                <c:pt idx="125">
                  <c:v>47.511499999999998</c:v>
                </c:pt>
                <c:pt idx="126">
                  <c:v>48.051299999999998</c:v>
                </c:pt>
                <c:pt idx="127">
                  <c:v>49.063200000000002</c:v>
                </c:pt>
                <c:pt idx="128">
                  <c:v>49.800400000000003</c:v>
                </c:pt>
                <c:pt idx="129">
                  <c:v>50.651400000000002</c:v>
                </c:pt>
                <c:pt idx="130">
                  <c:v>51.73</c:v>
                </c:pt>
                <c:pt idx="131">
                  <c:v>52.519599999999997</c:v>
                </c:pt>
                <c:pt idx="132">
                  <c:v>53.554400000000001</c:v>
                </c:pt>
                <c:pt idx="133">
                  <c:v>54.2943</c:v>
                </c:pt>
                <c:pt idx="134">
                  <c:v>55.5336</c:v>
                </c:pt>
                <c:pt idx="135">
                  <c:v>56.407200000000003</c:v>
                </c:pt>
                <c:pt idx="136">
                  <c:v>57.148699999999998</c:v>
                </c:pt>
                <c:pt idx="137">
                  <c:v>58.254600000000003</c:v>
                </c:pt>
                <c:pt idx="138">
                  <c:v>59.216500000000003</c:v>
                </c:pt>
                <c:pt idx="139">
                  <c:v>60.434800000000003</c:v>
                </c:pt>
                <c:pt idx="140">
                  <c:v>61.280500000000004</c:v>
                </c:pt>
                <c:pt idx="141">
                  <c:v>61.589100000000002</c:v>
                </c:pt>
                <c:pt idx="142">
                  <c:v>62.382599999999996</c:v>
                </c:pt>
                <c:pt idx="143">
                  <c:v>63.5565</c:v>
                </c:pt>
                <c:pt idx="144">
                  <c:v>64.517899999999997</c:v>
                </c:pt>
                <c:pt idx="145">
                  <c:v>65.549499999999995</c:v>
                </c:pt>
                <c:pt idx="146">
                  <c:v>66.479200000000006</c:v>
                </c:pt>
                <c:pt idx="147">
                  <c:v>67.612399999999994</c:v>
                </c:pt>
                <c:pt idx="148">
                  <c:v>68.549800000000005</c:v>
                </c:pt>
                <c:pt idx="149">
                  <c:v>69.887</c:v>
                </c:pt>
                <c:pt idx="150">
                  <c:v>70.836399999999998</c:v>
                </c:pt>
                <c:pt idx="151">
                  <c:v>71.739500000000007</c:v>
                </c:pt>
                <c:pt idx="152">
                  <c:v>73.010800000000003</c:v>
                </c:pt>
                <c:pt idx="153">
                  <c:v>73.564700000000002</c:v>
                </c:pt>
                <c:pt idx="154">
                  <c:v>74.561800000000005</c:v>
                </c:pt>
                <c:pt idx="155">
                  <c:v>75.751400000000004</c:v>
                </c:pt>
                <c:pt idx="156">
                  <c:v>76.683099999999996</c:v>
                </c:pt>
                <c:pt idx="157">
                  <c:v>77.655299999999997</c:v>
                </c:pt>
                <c:pt idx="158">
                  <c:v>78.730900000000005</c:v>
                </c:pt>
                <c:pt idx="159">
                  <c:v>80.106399999999994</c:v>
                </c:pt>
                <c:pt idx="160">
                  <c:v>80.989400000000003</c:v>
                </c:pt>
                <c:pt idx="161">
                  <c:v>81.962800000000001</c:v>
                </c:pt>
                <c:pt idx="162">
                  <c:v>83.316299999999998</c:v>
                </c:pt>
                <c:pt idx="163">
                  <c:v>84.542500000000004</c:v>
                </c:pt>
                <c:pt idx="164">
                  <c:v>85.624399999999994</c:v>
                </c:pt>
                <c:pt idx="165">
                  <c:v>87.031199999999998</c:v>
                </c:pt>
                <c:pt idx="166">
                  <c:v>88.088300000000004</c:v>
                </c:pt>
                <c:pt idx="167">
                  <c:v>88.490799999999993</c:v>
                </c:pt>
                <c:pt idx="168">
                  <c:v>89.966700000000003</c:v>
                </c:pt>
                <c:pt idx="169">
                  <c:v>90.641300000000001</c:v>
                </c:pt>
                <c:pt idx="170">
                  <c:v>92.169600000000003</c:v>
                </c:pt>
                <c:pt idx="171">
                  <c:v>93.085800000000006</c:v>
                </c:pt>
                <c:pt idx="172">
                  <c:v>94.702100000000002</c:v>
                </c:pt>
                <c:pt idx="173">
                  <c:v>95.845100000000002</c:v>
                </c:pt>
                <c:pt idx="174">
                  <c:v>96.943399999999997</c:v>
                </c:pt>
                <c:pt idx="175">
                  <c:v>98.394400000000005</c:v>
                </c:pt>
                <c:pt idx="176">
                  <c:v>98.845600000000005</c:v>
                </c:pt>
                <c:pt idx="177">
                  <c:v>99.944900000000004</c:v>
                </c:pt>
                <c:pt idx="178">
                  <c:v>100.98650000000001</c:v>
                </c:pt>
                <c:pt idx="179">
                  <c:v>102.5926</c:v>
                </c:pt>
                <c:pt idx="180">
                  <c:v>103.8279</c:v>
                </c:pt>
                <c:pt idx="181">
                  <c:v>104.991</c:v>
                </c:pt>
                <c:pt idx="182">
                  <c:v>106.11320000000001</c:v>
                </c:pt>
                <c:pt idx="183">
                  <c:v>107.7465</c:v>
                </c:pt>
                <c:pt idx="184">
                  <c:v>108.89830000000001</c:v>
                </c:pt>
                <c:pt idx="185">
                  <c:v>110.1413</c:v>
                </c:pt>
                <c:pt idx="186">
                  <c:v>111.67870000000001</c:v>
                </c:pt>
                <c:pt idx="187">
                  <c:v>112.8617</c:v>
                </c:pt>
                <c:pt idx="188">
                  <c:v>114.4264</c:v>
                </c:pt>
                <c:pt idx="189">
                  <c:v>115.62869999999999</c:v>
                </c:pt>
                <c:pt idx="190">
                  <c:v>115.9821</c:v>
                </c:pt>
                <c:pt idx="191">
                  <c:v>117.1564</c:v>
                </c:pt>
                <c:pt idx="192">
                  <c:v>118.77719999999999</c:v>
                </c:pt>
                <c:pt idx="193">
                  <c:v>120.00660000000001</c:v>
                </c:pt>
                <c:pt idx="194">
                  <c:v>121.63160000000001</c:v>
                </c:pt>
                <c:pt idx="195">
                  <c:v>122.8232</c:v>
                </c:pt>
                <c:pt idx="196">
                  <c:v>124.4063</c:v>
                </c:pt>
                <c:pt idx="197">
                  <c:v>125.6721</c:v>
                </c:pt>
                <c:pt idx="198">
                  <c:v>126.94889999999999</c:v>
                </c:pt>
                <c:pt idx="199">
                  <c:v>128.3116</c:v>
                </c:pt>
                <c:pt idx="200">
                  <c:v>129.53</c:v>
                </c:pt>
                <c:pt idx="201">
                  <c:v>131.29300000000001</c:v>
                </c:pt>
                <c:pt idx="202">
                  <c:v>132.5839</c:v>
                </c:pt>
                <c:pt idx="203">
                  <c:v>134.30840000000001</c:v>
                </c:pt>
                <c:pt idx="204">
                  <c:v>135.5977</c:v>
                </c:pt>
                <c:pt idx="205">
                  <c:v>136.92689999999999</c:v>
                </c:pt>
                <c:pt idx="206">
                  <c:v>137.3998</c:v>
                </c:pt>
                <c:pt idx="207">
                  <c:v>139.16069999999999</c:v>
                </c:pt>
                <c:pt idx="208">
                  <c:v>140.5179</c:v>
                </c:pt>
                <c:pt idx="209">
                  <c:v>142.34110000000001</c:v>
                </c:pt>
                <c:pt idx="210">
                  <c:v>143.71299999999999</c:v>
                </c:pt>
                <c:pt idx="211">
                  <c:v>145.5686</c:v>
                </c:pt>
                <c:pt idx="212">
                  <c:v>146.92699999999999</c:v>
                </c:pt>
                <c:pt idx="213">
                  <c:v>148.29660000000001</c:v>
                </c:pt>
                <c:pt idx="214">
                  <c:v>151.03139999999999</c:v>
                </c:pt>
                <c:pt idx="215">
                  <c:v>152.8674</c:v>
                </c:pt>
                <c:pt idx="216">
                  <c:v>154.6541</c:v>
                </c:pt>
                <c:pt idx="217">
                  <c:v>155.95480000000001</c:v>
                </c:pt>
                <c:pt idx="218">
                  <c:v>157.84039999999999</c:v>
                </c:pt>
                <c:pt idx="219">
                  <c:v>159.19380000000001</c:v>
                </c:pt>
                <c:pt idx="220">
                  <c:v>160.58150000000001</c:v>
                </c:pt>
                <c:pt idx="221">
                  <c:v>162.45859999999999</c:v>
                </c:pt>
                <c:pt idx="222">
                  <c:v>163.8783</c:v>
                </c:pt>
                <c:pt idx="223">
                  <c:v>165.7841</c:v>
                </c:pt>
                <c:pt idx="224">
                  <c:v>167.21100000000001</c:v>
                </c:pt>
                <c:pt idx="225">
                  <c:v>169.1035</c:v>
                </c:pt>
                <c:pt idx="226">
                  <c:v>170.54179999999999</c:v>
                </c:pt>
                <c:pt idx="227">
                  <c:v>171.9845</c:v>
                </c:pt>
                <c:pt idx="228">
                  <c:v>173.91370000000001</c:v>
                </c:pt>
                <c:pt idx="229">
                  <c:v>175.30420000000001</c:v>
                </c:pt>
                <c:pt idx="230">
                  <c:v>177.29949999999999</c:v>
                </c:pt>
                <c:pt idx="231">
                  <c:v>178.81790000000001</c:v>
                </c:pt>
                <c:pt idx="232">
                  <c:v>180.78710000000001</c:v>
                </c:pt>
                <c:pt idx="233">
                  <c:v>182.3339</c:v>
                </c:pt>
                <c:pt idx="234">
                  <c:v>183.9143</c:v>
                </c:pt>
                <c:pt idx="235">
                  <c:v>186.02629999999999</c:v>
                </c:pt>
                <c:pt idx="236">
                  <c:v>188.03059999999999</c:v>
                </c:pt>
                <c:pt idx="237">
                  <c:v>189.49600000000001</c:v>
                </c:pt>
                <c:pt idx="238">
                  <c:v>191.52529999999999</c:v>
                </c:pt>
                <c:pt idx="239">
                  <c:v>193.0436</c:v>
                </c:pt>
                <c:pt idx="240">
                  <c:v>195.05109999999999</c:v>
                </c:pt>
                <c:pt idx="241">
                  <c:v>198.1677</c:v>
                </c:pt>
                <c:pt idx="242">
                  <c:v>200.2244</c:v>
                </c:pt>
                <c:pt idx="243">
                  <c:v>203.1036</c:v>
                </c:pt>
                <c:pt idx="244">
                  <c:v>204.4539</c:v>
                </c:pt>
                <c:pt idx="245">
                  <c:v>205.78270000000001</c:v>
                </c:pt>
                <c:pt idx="246">
                  <c:v>207.58269999999999</c:v>
                </c:pt>
                <c:pt idx="247">
                  <c:v>207.87610000000001</c:v>
                </c:pt>
                <c:pt idx="248">
                  <c:v>210.06729999999999</c:v>
                </c:pt>
                <c:pt idx="249">
                  <c:v>211.86859999999999</c:v>
                </c:pt>
                <c:pt idx="250">
                  <c:v>213.3323</c:v>
                </c:pt>
                <c:pt idx="251">
                  <c:v>215.4067</c:v>
                </c:pt>
                <c:pt idx="252">
                  <c:v>217.56440000000001</c:v>
                </c:pt>
                <c:pt idx="253">
                  <c:v>219.3948</c:v>
                </c:pt>
                <c:pt idx="254">
                  <c:v>221.60140000000001</c:v>
                </c:pt>
                <c:pt idx="255">
                  <c:v>222.85380000000001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E23-4DC0-B8C8-DA426C0FFB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81639168"/>
        <c:axId val="1881628128"/>
      </c:lineChart>
      <c:catAx>
        <c:axId val="1881639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881628128"/>
        <c:crosses val="autoZero"/>
        <c:auto val="1"/>
        <c:lblAlgn val="ctr"/>
        <c:lblOffset val="100"/>
        <c:noMultiLvlLbl val="0"/>
      </c:catAx>
      <c:valAx>
        <c:axId val="1881628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8816391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Gamma2.6_6500</a:t>
            </a:r>
            <a:endParaRPr lang="zh-TW" altLang="en-US"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'Gamma 2.6 6500K'!$C$16</c:f>
              <c:strCache>
                <c:ptCount val="1"/>
                <c:pt idx="0">
                  <c:v>-10%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'Gamma 2.6 6500K'!$B$17:$B$272</c:f>
              <c:numCache>
                <c:formatCode>General</c:formatCode>
                <c:ptCount val="25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</c:numCache>
            </c:numRef>
          </c:cat>
          <c:val>
            <c:numRef>
              <c:f>'Gamma 2.6 6500K'!$C$17:$C$272</c:f>
              <c:numCache>
                <c:formatCode>0.00_ </c:formatCode>
                <c:ptCount val="256"/>
                <c:pt idx="0">
                  <c:v>5.6764776097223228E-6</c:v>
                </c:pt>
                <c:pt idx="1">
                  <c:v>2.2941772532480273E-4</c:v>
                </c:pt>
                <c:pt idx="2">
                  <c:v>9.9606963086447658E-4</c:v>
                </c:pt>
                <c:pt idx="3">
                  <c:v>2.5312328818036787E-3</c:v>
                </c:pt>
                <c:pt idx="4">
                  <c:v>5.0213431178464975E-3</c:v>
                </c:pt>
                <c:pt idx="5">
                  <c:v>8.6307865557274047E-3</c:v>
                </c:pt>
                <c:pt idx="6">
                  <c:v>1.3509061238748454E-2</c:v>
                </c:pt>
                <c:pt idx="7">
                  <c:v>1.9794665954542434E-2</c:v>
                </c:pt>
                <c:pt idx="8">
                  <c:v>2.7617510379858622E-2</c:v>
                </c:pt>
                <c:pt idx="9">
                  <c:v>3.7100538032498902E-2</c:v>
                </c:pt>
                <c:pt idx="10">
                  <c:v>4.8360884035933555E-2</c:v>
                </c:pt>
                <c:pt idx="11">
                  <c:v>6.1510737019571674E-2</c:v>
                </c:pt>
                <c:pt idx="12">
                  <c:v>7.6658002228899305E-2</c:v>
                </c:pt>
                <c:pt idx="13">
                  <c:v>9.3906825241387604E-2</c:v>
                </c:pt>
                <c:pt idx="14">
                  <c:v>0.11335801453148231</c:v>
                </c:pt>
                <c:pt idx="15">
                  <c:v>0.13510938854263521</c:v>
                </c:pt>
                <c:pt idx="16">
                  <c:v>0.15925606507508466</c:v>
                </c:pt>
                <c:pt idx="17">
                  <c:v>0.18589070570774083</c:v>
                </c:pt>
                <c:pt idx="18">
                  <c:v>0.21510372456079488</c:v>
                </c:pt>
                <c:pt idx="19">
                  <c:v>0.24698346835366139</c:v>
                </c:pt>
                <c:pt idx="20">
                  <c:v>0.2816163730513323</c:v>
                </c:pt>
                <c:pt idx="21">
                  <c:v>0.31908710119315381</c:v>
                </c:pt>
                <c:pt idx="22">
                  <c:v>0.35947866311622828</c:v>
                </c:pt>
                <c:pt idx="23">
                  <c:v>0.40287252462621154</c:v>
                </c:pt>
                <c:pt idx="24">
                  <c:v>0.4493487031676664</c:v>
                </c:pt>
                <c:pt idx="25">
                  <c:v>0.49898585416093466</c:v>
                </c:pt>
                <c:pt idx="26">
                  <c:v>0.55186134887243132</c:v>
                </c:pt>
                <c:pt idx="27">
                  <c:v>0.60805134494893243</c:v>
                </c:pt>
                <c:pt idx="28">
                  <c:v>0.66763085055834859</c:v>
                </c:pt>
                <c:pt idx="29">
                  <c:v>0.73067378292842977</c:v>
                </c:pt>
                <c:pt idx="30">
                  <c:v>0.79725302195245673</c:v>
                </c:pt>
                <c:pt idx="31">
                  <c:v>0.86744045943106696</c:v>
                </c:pt>
                <c:pt idx="32">
                  <c:v>0.94130704443710367</c:v>
                </c:pt>
                <c:pt idx="33">
                  <c:v>1.0189228252223381</c:v>
                </c:pt>
                <c:pt idx="34">
                  <c:v>1.1003569880281074</c:v>
                </c:pt>
                <c:pt idx="35">
                  <c:v>1.1856778931143197</c:v>
                </c:pt>
                <c:pt idx="36">
                  <c:v>1.274953108281154</c:v>
                </c:pt>
                <c:pt idx="37">
                  <c:v>1.3682494401237177</c:v>
                </c:pt>
                <c:pt idx="38">
                  <c:v>1.465632963230969</c:v>
                </c:pt>
                <c:pt idx="39">
                  <c:v>1.5671690475153885</c:v>
                </c:pt>
                <c:pt idx="40">
                  <c:v>1.6729223838385427</c:v>
                </c:pt>
                <c:pt idx="41">
                  <c:v>1.782957008079296</c:v>
                </c:pt>
                <c:pt idx="42">
                  <c:v>1.8973363237754706</c:v>
                </c:pt>
                <c:pt idx="43">
                  <c:v>2.0161231234558592</c:v>
                </c:pt>
                <c:pt idx="44">
                  <c:v>2.1393796087674</c:v>
                </c:pt>
                <c:pt idx="45">
                  <c:v>2.267167409491734</c:v>
                </c:pt>
                <c:pt idx="46">
                  <c:v>2.3995476015359967</c:v>
                </c:pt>
                <c:pt idx="47">
                  <c:v>2.5365807239745441</c:v>
                </c:pt>
                <c:pt idx="48">
                  <c:v>2.6783267952110061</c:v>
                </c:pt>
                <c:pt idx="49">
                  <c:v>2.824845328323657</c:v>
                </c:pt>
                <c:pt idx="50">
                  <c:v>2.9761953456513615</c:v>
                </c:pt>
                <c:pt idx="51">
                  <c:v>3.1324353926722845</c:v>
                </c:pt>
                <c:pt idx="52">
                  <c:v>3.2936235512229519</c:v>
                </c:pt>
                <c:pt idx="53">
                  <c:v>3.4598174521012872</c:v>
                </c:pt>
                <c:pt idx="54">
                  <c:v>3.631074287093436</c:v>
                </c:pt>
                <c:pt idx="55">
                  <c:v>3.8074508204610895</c:v>
                </c:pt>
                <c:pt idx="56">
                  <c:v>3.989003399922912</c:v>
                </c:pt>
                <c:pt idx="57">
                  <c:v>4.1757879671610825</c:v>
                </c:pt>
                <c:pt idx="58">
                  <c:v>4.3678600678815425</c:v>
                </c:pt>
                <c:pt idx="59">
                  <c:v>4.5652748614543377</c:v>
                </c:pt>
                <c:pt idx="60">
                  <c:v>4.7680871301584364</c:v>
                </c:pt>
                <c:pt idx="61">
                  <c:v>4.9763512880536762</c:v>
                </c:pt>
                <c:pt idx="62">
                  <c:v>5.190121389500753</c:v>
                </c:pt>
                <c:pt idx="63">
                  <c:v>5.4094511373487153</c:v>
                </c:pt>
                <c:pt idx="64">
                  <c:v>5.6343938908080817</c:v>
                </c:pt>
                <c:pt idx="65">
                  <c:v>5.8650026730264022</c:v>
                </c:pt>
                <c:pt idx="66">
                  <c:v>6.1013301783819234</c:v>
                </c:pt>
                <c:pt idx="67">
                  <c:v>6.3434287795100213</c:v>
                </c:pt>
                <c:pt idx="68">
                  <c:v>6.5913505340760699</c:v>
                </c:pt>
                <c:pt idx="69">
                  <c:v>6.8451471913074675</c:v>
                </c:pt>
                <c:pt idx="70">
                  <c:v>7.1048701982968616</c:v>
                </c:pt>
                <c:pt idx="71">
                  <c:v>7.3705707060876886</c:v>
                </c:pt>
                <c:pt idx="72">
                  <c:v>7.6422995755525429</c:v>
                </c:pt>
                <c:pt idx="73">
                  <c:v>7.9201073830742539</c:v>
                </c:pt>
                <c:pt idx="74">
                  <c:v>8.2040444260389336</c:v>
                </c:pt>
                <c:pt idx="75">
                  <c:v>8.4941607281496108</c:v>
                </c:pt>
                <c:pt idx="76">
                  <c:v>8.7905060445687511</c:v>
                </c:pt>
                <c:pt idx="77">
                  <c:v>9.0931298668972715</c:v>
                </c:pt>
                <c:pt idx="78">
                  <c:v>9.4020814279973894</c:v>
                </c:pt>
                <c:pt idx="79">
                  <c:v>9.7174097066661194</c:v>
                </c:pt>
                <c:pt idx="80">
                  <c:v>10.039163432165882</c:v>
                </c:pt>
                <c:pt idx="81">
                  <c:v>10.367391088618364</c:v>
                </c:pt>
                <c:pt idx="82">
                  <c:v>10.702140919267375</c:v>
                </c:pt>
                <c:pt idx="83">
                  <c:v>11.04346093061617</c:v>
                </c:pt>
                <c:pt idx="84">
                  <c:v>11.391398896444489</c:v>
                </c:pt>
                <c:pt idx="85">
                  <c:v>11.746002361710028</c:v>
                </c:pt>
                <c:pt idx="86">
                  <c:v>12.10731864633922</c:v>
                </c:pt>
                <c:pt idx="87">
                  <c:v>12.475394848911515</c:v>
                </c:pt>
                <c:pt idx="88">
                  <c:v>12.850277850241554</c:v>
                </c:pt>
                <c:pt idx="89">
                  <c:v>13.232014316862971</c:v>
                </c:pt>
                <c:pt idx="90">
                  <c:v>13.620650704417853</c:v>
                </c:pt>
                <c:pt idx="91">
                  <c:v>14.016233260955202</c:v>
                </c:pt>
                <c:pt idx="92">
                  <c:v>14.418808030141996</c:v>
                </c:pt>
                <c:pt idx="93">
                  <c:v>14.828420854390018</c:v>
                </c:pt>
                <c:pt idx="94">
                  <c:v>15.245117377901579</c:v>
                </c:pt>
                <c:pt idx="95">
                  <c:v>15.668943049636999</c:v>
                </c:pt>
                <c:pt idx="96">
                  <c:v>16.099943126206831</c:v>
                </c:pt>
                <c:pt idx="97">
                  <c:v>16.538162674691296</c:v>
                </c:pt>
                <c:pt idx="98">
                  <c:v>16.983646575389717</c:v>
                </c:pt>
                <c:pt idx="99">
                  <c:v>17.436439524502195</c:v>
                </c:pt>
                <c:pt idx="100">
                  <c:v>17.896586036745958</c:v>
                </c:pt>
                <c:pt idx="101">
                  <c:v>18.364130447908654</c:v>
                </c:pt>
                <c:pt idx="102">
                  <c:v>18.83911691734064</c:v>
                </c:pt>
                <c:pt idx="103">
                  <c:v>19.3215894303883</c:v>
                </c:pt>
                <c:pt idx="104">
                  <c:v>19.811591800770547</c:v>
                </c:pt>
                <c:pt idx="105">
                  <c:v>20.309167672899992</c:v>
                </c:pt>
                <c:pt idx="106">
                  <c:v>20.814360524151034</c:v>
                </c:pt>
                <c:pt idx="107">
                  <c:v>21.32721366707618</c:v>
                </c:pt>
                <c:pt idx="108">
                  <c:v>21.847770251572555</c:v>
                </c:pt>
                <c:pt idx="109">
                  <c:v>22.376073266999935</c:v>
                </c:pt>
                <c:pt idx="110">
                  <c:v>22.912165544252066</c:v>
                </c:pt>
                <c:pt idx="111">
                  <c:v>23.456089757782408</c:v>
                </c:pt>
                <c:pt idx="112">
                  <c:v>24.007888427586089</c:v>
                </c:pt>
                <c:pt idx="113">
                  <c:v>24.567603921139025</c:v>
                </c:pt>
                <c:pt idx="114">
                  <c:v>25.135278455295765</c:v>
                </c:pt>
                <c:pt idx="115">
                  <c:v>25.710954098147241</c:v>
                </c:pt>
                <c:pt idx="116">
                  <c:v>26.294672770839458</c:v>
                </c:pt>
                <c:pt idx="117">
                  <c:v>26.886476249354509</c:v>
                </c:pt>
                <c:pt idx="118">
                  <c:v>27.486406166254877</c:v>
                </c:pt>
                <c:pt idx="119">
                  <c:v>28.094504012392079</c:v>
                </c:pt>
                <c:pt idx="120">
                  <c:v>28.710811138580716</c:v>
                </c:pt>
                <c:pt idx="121">
                  <c:v>29.335368757238932</c:v>
                </c:pt>
                <c:pt idx="122">
                  <c:v>29.968217943996166</c:v>
                </c:pt>
                <c:pt idx="123">
                  <c:v>30.609399639269235</c:v>
                </c:pt>
                <c:pt idx="124">
                  <c:v>31.258954649807333</c:v>
                </c:pt>
                <c:pt idx="125">
                  <c:v>31.916923650207316</c:v>
                </c:pt>
                <c:pt idx="126">
                  <c:v>32.583347184399486</c:v>
                </c:pt>
                <c:pt idx="127">
                  <c:v>33.258265667105128</c:v>
                </c:pt>
                <c:pt idx="128">
                  <c:v>33.941719385266396</c:v>
                </c:pt>
                <c:pt idx="129">
                  <c:v>34.633748499449176</c:v>
                </c:pt>
                <c:pt idx="130">
                  <c:v>35.334393045219862</c:v>
                </c:pt>
                <c:pt idx="131">
                  <c:v>36.043692934496605</c:v>
                </c:pt>
                <c:pt idx="132">
                  <c:v>36.761687956875605</c:v>
                </c:pt>
                <c:pt idx="133">
                  <c:v>37.488417780933361</c:v>
                </c:pt>
                <c:pt idx="134">
                  <c:v>38.223921955505169</c:v>
                </c:pt>
                <c:pt idx="135">
                  <c:v>38.96823991094081</c:v>
                </c:pt>
                <c:pt idx="136">
                  <c:v>39.721410960337685</c:v>
                </c:pt>
                <c:pt idx="137">
                  <c:v>40.483474300752192</c:v>
                </c:pt>
                <c:pt idx="138">
                  <c:v>41.25446901438977</c:v>
                </c:pt>
                <c:pt idx="139">
                  <c:v>42.034434069774186</c:v>
                </c:pt>
                <c:pt idx="140">
                  <c:v>42.823408322896583</c:v>
                </c:pt>
                <c:pt idx="141">
                  <c:v>43.621430518344731</c:v>
                </c:pt>
                <c:pt idx="142">
                  <c:v>44.428539290412914</c:v>
                </c:pt>
                <c:pt idx="143">
                  <c:v>45.244773164193262</c:v>
                </c:pt>
                <c:pt idx="144">
                  <c:v>46.070170556648343</c:v>
                </c:pt>
                <c:pt idx="145">
                  <c:v>46.904769777666083</c:v>
                </c:pt>
                <c:pt idx="146">
                  <c:v>47.748609031097047</c:v>
                </c:pt>
                <c:pt idx="147">
                  <c:v>48.60172641577465</c:v>
                </c:pt>
                <c:pt idx="148">
                  <c:v>49.464159926518647</c:v>
                </c:pt>
                <c:pt idx="149">
                  <c:v>50.33594745512233</c:v>
                </c:pt>
                <c:pt idx="150">
                  <c:v>51.217126791323622</c:v>
                </c:pt>
                <c:pt idx="151">
                  <c:v>52.107735623760846</c:v>
                </c:pt>
                <c:pt idx="152">
                  <c:v>53.007811540913004</c:v>
                </c:pt>
                <c:pt idx="153">
                  <c:v>53.917392032025354</c:v>
                </c:pt>
                <c:pt idx="154">
                  <c:v>54.836514488020207</c:v>
                </c:pt>
                <c:pt idx="155">
                  <c:v>55.765216202393752</c:v>
                </c:pt>
                <c:pt idx="156">
                  <c:v>56.703534372098645</c:v>
                </c:pt>
                <c:pt idx="157">
                  <c:v>57.651506098413336</c:v>
                </c:pt>
                <c:pt idx="158">
                  <c:v>58.609168387797624</c:v>
                </c:pt>
                <c:pt idx="159">
                  <c:v>59.576558152735664</c:v>
                </c:pt>
                <c:pt idx="160">
                  <c:v>60.553712212565856</c:v>
                </c:pt>
                <c:pt idx="161">
                  <c:v>61.540667294298323</c:v>
                </c:pt>
                <c:pt idx="162">
                  <c:v>62.537460033420224</c:v>
                </c:pt>
                <c:pt idx="163">
                  <c:v>63.544126974689163</c:v>
                </c:pt>
                <c:pt idx="164">
                  <c:v>64.560704572914688</c:v>
                </c:pt>
                <c:pt idx="165">
                  <c:v>65.58722919372849</c:v>
                </c:pt>
                <c:pt idx="166">
                  <c:v>66.623737114343186</c:v>
                </c:pt>
                <c:pt idx="167">
                  <c:v>67.670264524300407</c:v>
                </c:pt>
                <c:pt idx="168">
                  <c:v>68.726847526207806</c:v>
                </c:pt>
                <c:pt idx="169">
                  <c:v>69.793522136465555</c:v>
                </c:pt>
                <c:pt idx="170">
                  <c:v>70.87032428598269</c:v>
                </c:pt>
                <c:pt idx="171">
                  <c:v>71.957289820883076</c:v>
                </c:pt>
                <c:pt idx="172">
                  <c:v>73.054454503201526</c:v>
                </c:pt>
                <c:pt idx="173">
                  <c:v>74.161854011570341</c:v>
                </c:pt>
                <c:pt idx="174">
                  <c:v>75.279523941895832</c:v>
                </c:pt>
                <c:pt idx="175">
                  <c:v>76.407499808026188</c:v>
                </c:pt>
                <c:pt idx="176">
                  <c:v>77.54581704240951</c:v>
                </c:pt>
                <c:pt idx="177">
                  <c:v>78.694510996743162</c:v>
                </c:pt>
                <c:pt idx="178">
                  <c:v>79.853616942614266</c:v>
                </c:pt>
                <c:pt idx="179">
                  <c:v>81.023170072131549</c:v>
                </c:pt>
                <c:pt idx="180">
                  <c:v>82.203205498548513</c:v>
                </c:pt>
                <c:pt idx="181">
                  <c:v>83.393758256878598</c:v>
                </c:pt>
                <c:pt idx="182">
                  <c:v>84.5948633045018</c:v>
                </c:pt>
                <c:pt idx="183">
                  <c:v>85.80655552176357</c:v>
                </c:pt>
                <c:pt idx="184">
                  <c:v>87.028869712565779</c:v>
                </c:pt>
                <c:pt idx="185">
                  <c:v>88.261840604949697</c:v>
                </c:pt>
                <c:pt idx="186">
                  <c:v>89.505502851671793</c:v>
                </c:pt>
                <c:pt idx="187">
                  <c:v>90.759891030771712</c:v>
                </c:pt>
                <c:pt idx="188">
                  <c:v>92.025039646133223</c:v>
                </c:pt>
                <c:pt idx="189">
                  <c:v>93.300983128037871</c:v>
                </c:pt>
                <c:pt idx="190">
                  <c:v>94.587755833711412</c:v>
                </c:pt>
                <c:pt idx="191">
                  <c:v>95.885392047863832</c:v>
                </c:pt>
                <c:pt idx="192">
                  <c:v>97.193925983221916</c:v>
                </c:pt>
                <c:pt idx="193">
                  <c:v>98.513391781055631</c:v>
                </c:pt>
                <c:pt idx="194">
                  <c:v>99.843823511697678</c:v>
                </c:pt>
                <c:pt idx="195">
                  <c:v>101.18525517505682</c:v>
                </c:pt>
                <c:pt idx="196">
                  <c:v>102.53772070112461</c:v>
                </c:pt>
                <c:pt idx="197">
                  <c:v>103.90125395047617</c:v>
                </c:pt>
                <c:pt idx="198">
                  <c:v>105.27588871476458</c:v>
                </c:pt>
                <c:pt idx="199">
                  <c:v>106.66165871720958</c:v>
                </c:pt>
                <c:pt idx="200">
                  <c:v>108.05859761308</c:v>
                </c:pt>
                <c:pt idx="201">
                  <c:v>109.46673899017078</c:v>
                </c:pt>
                <c:pt idx="202">
                  <c:v>110.88611636927395</c:v>
                </c:pt>
                <c:pt idx="203">
                  <c:v>112.31676320464408</c:v>
                </c:pt>
                <c:pt idx="204">
                  <c:v>113.75871288445836</c:v>
                </c:pt>
                <c:pt idx="205">
                  <c:v>115.21199873127119</c:v>
                </c:pt>
                <c:pt idx="206">
                  <c:v>116.67665400246325</c:v>
                </c:pt>
                <c:pt idx="207">
                  <c:v>118.15271189068557</c:v>
                </c:pt>
                <c:pt idx="208">
                  <c:v>119.64020552429832</c:v>
                </c:pt>
                <c:pt idx="209">
                  <c:v>121.13916796780467</c:v>
                </c:pt>
                <c:pt idx="210">
                  <c:v>122.64963222227927</c:v>
                </c:pt>
                <c:pt idx="211">
                  <c:v>124.1716312257924</c:v>
                </c:pt>
                <c:pt idx="212">
                  <c:v>125.70519785382872</c:v>
                </c:pt>
                <c:pt idx="213">
                  <c:v>127.2503649197017</c:v>
                </c:pt>
                <c:pt idx="214">
                  <c:v>128.80716517496296</c:v>
                </c:pt>
                <c:pt idx="215">
                  <c:v>130.37563130980757</c:v>
                </c:pt>
                <c:pt idx="216">
                  <c:v>131.95579595347425</c:v>
                </c:pt>
                <c:pt idx="217">
                  <c:v>133.54769167464138</c:v>
                </c:pt>
                <c:pt idx="218">
                  <c:v>135.15135098181858</c:v>
                </c:pt>
                <c:pt idx="219">
                  <c:v>136.76680632373416</c:v>
                </c:pt>
                <c:pt idx="220">
                  <c:v>138.39409008971779</c:v>
                </c:pt>
                <c:pt idx="221">
                  <c:v>140.03323461007969</c:v>
                </c:pt>
                <c:pt idx="222">
                  <c:v>141.68427215648501</c:v>
                </c:pt>
                <c:pt idx="223">
                  <c:v>143.34723494232475</c:v>
                </c:pt>
                <c:pt idx="224">
                  <c:v>145.02215512308223</c:v>
                </c:pt>
                <c:pt idx="225">
                  <c:v>146.70906479669588</c:v>
                </c:pt>
                <c:pt idx="226">
                  <c:v>148.40799600391802</c:v>
                </c:pt>
                <c:pt idx="227">
                  <c:v>150.11898072866995</c:v>
                </c:pt>
                <c:pt idx="228">
                  <c:v>151.84205089839307</c:v>
                </c:pt>
                <c:pt idx="229">
                  <c:v>153.57723838439665</c:v>
                </c:pt>
                <c:pt idx="230">
                  <c:v>155.3245750022013</c:v>
                </c:pt>
                <c:pt idx="231">
                  <c:v>157.08409251187982</c:v>
                </c:pt>
                <c:pt idx="232">
                  <c:v>158.8558226183936</c:v>
                </c:pt>
                <c:pt idx="233">
                  <c:v>160.63979697192599</c:v>
                </c:pt>
                <c:pt idx="234">
                  <c:v>162.43604716821207</c:v>
                </c:pt>
                <c:pt idx="235">
                  <c:v>164.24460474886519</c:v>
                </c:pt>
                <c:pt idx="236">
                  <c:v>166.0655012016999</c:v>
                </c:pt>
                <c:pt idx="237">
                  <c:v>167.89876796105202</c:v>
                </c:pt>
                <c:pt idx="238">
                  <c:v>169.74443640809474</c:v>
                </c:pt>
                <c:pt idx="239">
                  <c:v>171.60253787115261</c:v>
                </c:pt>
                <c:pt idx="240">
                  <c:v>173.47310362601118</c:v>
                </c:pt>
                <c:pt idx="241">
                  <c:v>175.35616489622444</c:v>
                </c:pt>
                <c:pt idx="242">
                  <c:v>177.25175285341868</c:v>
                </c:pt>
                <c:pt idx="243">
                  <c:v>179.15989861759351</c:v>
                </c:pt>
                <c:pt idx="244">
                  <c:v>181.08063325742009</c:v>
                </c:pt>
                <c:pt idx="245">
                  <c:v>183.01398779053596</c:v>
                </c:pt>
                <c:pt idx="246">
                  <c:v>184.95999318383733</c:v>
                </c:pt>
                <c:pt idx="247">
                  <c:v>186.91868035376848</c:v>
                </c:pt>
                <c:pt idx="248">
                  <c:v>188.89008016660836</c:v>
                </c:pt>
                <c:pt idx="249">
                  <c:v>190.87422343875403</c:v>
                </c:pt>
                <c:pt idx="250">
                  <c:v>192.87114093700205</c:v>
                </c:pt>
                <c:pt idx="251">
                  <c:v>194.88086337882646</c:v>
                </c:pt>
                <c:pt idx="252">
                  <c:v>196.90342143265474</c:v>
                </c:pt>
                <c:pt idx="253">
                  <c:v>198.93884571814044</c:v>
                </c:pt>
                <c:pt idx="254">
                  <c:v>200.98716680643389</c:v>
                </c:pt>
                <c:pt idx="255">
                  <c:v>202.39236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75-4F49-B2E0-8E5EC4E6CC08}"/>
            </c:ext>
          </c:extLst>
        </c:ser>
        <c:ser>
          <c:idx val="1"/>
          <c:order val="1"/>
          <c:tx>
            <c:strRef>
              <c:f>'Gamma 2.6 6500K'!$D$16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'Gamma 2.6 6500K'!$B$17:$B$272</c:f>
              <c:numCache>
                <c:formatCode>General</c:formatCode>
                <c:ptCount val="25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</c:numCache>
            </c:numRef>
          </c:cat>
          <c:val>
            <c:numRef>
              <c:f>'Gamma 2.6 6500K'!$D$17:$D$272</c:f>
              <c:numCache>
                <c:formatCode>0.00_ </c:formatCode>
                <c:ptCount val="256"/>
                <c:pt idx="0">
                  <c:v>6.3071973441359141E-6</c:v>
                </c:pt>
                <c:pt idx="1">
                  <c:v>2.5490858369422526E-4</c:v>
                </c:pt>
                <c:pt idx="2">
                  <c:v>1.1067440342938629E-3</c:v>
                </c:pt>
                <c:pt idx="3">
                  <c:v>2.812480979781865E-3</c:v>
                </c:pt>
                <c:pt idx="4">
                  <c:v>5.5792701309405526E-3</c:v>
                </c:pt>
                <c:pt idx="5">
                  <c:v>9.5897628396971156E-3</c:v>
                </c:pt>
                <c:pt idx="6">
                  <c:v>1.5010068043053838E-2</c:v>
                </c:pt>
                <c:pt idx="7">
                  <c:v>2.1994073282824926E-2</c:v>
                </c:pt>
                <c:pt idx="8">
                  <c:v>3.0686122644287356E-2</c:v>
                </c:pt>
                <c:pt idx="9">
                  <c:v>4.1222820036109893E-2</c:v>
                </c:pt>
                <c:pt idx="10">
                  <c:v>5.3734315595481724E-2</c:v>
                </c:pt>
                <c:pt idx="11">
                  <c:v>6.8345263355079636E-2</c:v>
                </c:pt>
                <c:pt idx="12">
                  <c:v>8.5175558032110341E-2</c:v>
                </c:pt>
                <c:pt idx="13">
                  <c:v>0.10434091693487511</c:v>
                </c:pt>
                <c:pt idx="14">
                  <c:v>0.1259533494794248</c:v>
                </c:pt>
                <c:pt idx="15">
                  <c:v>0.15012154282515025</c:v>
                </c:pt>
                <c:pt idx="16">
                  <c:v>0.17695118341676072</c:v>
                </c:pt>
                <c:pt idx="17">
                  <c:v>0.20654522856415647</c:v>
                </c:pt>
                <c:pt idx="18">
                  <c:v>0.23900413840088319</c:v>
                </c:pt>
                <c:pt idx="19">
                  <c:v>0.27442607594851265</c:v>
                </c:pt>
                <c:pt idx="20">
                  <c:v>0.31290708116814703</c:v>
                </c:pt>
                <c:pt idx="21">
                  <c:v>0.3545412235479487</c:v>
                </c:pt>
                <c:pt idx="22">
                  <c:v>0.39942073679580919</c:v>
                </c:pt>
                <c:pt idx="23">
                  <c:v>0.44763613847356837</c:v>
                </c:pt>
                <c:pt idx="24">
                  <c:v>0.49927633685296269</c:v>
                </c:pt>
                <c:pt idx="25">
                  <c:v>0.55442872684548294</c:v>
                </c:pt>
                <c:pt idx="26">
                  <c:v>0.61317927652492366</c:v>
                </c:pt>
                <c:pt idx="27">
                  <c:v>0.67561260549881386</c:v>
                </c:pt>
                <c:pt idx="28">
                  <c:v>0.74181205617594292</c:v>
                </c:pt>
                <c:pt idx="29">
                  <c:v>0.81185975880936645</c:v>
                </c:pt>
                <c:pt idx="30">
                  <c:v>0.88583669105828533</c:v>
                </c:pt>
                <c:pt idx="31">
                  <c:v>0.96382273270118557</c:v>
                </c:pt>
                <c:pt idx="32">
                  <c:v>1.0458967160412262</c:v>
                </c:pt>
                <c:pt idx="33">
                  <c:v>1.1321364724692646</c:v>
                </c:pt>
                <c:pt idx="34">
                  <c:v>1.2226188755867859</c:v>
                </c:pt>
                <c:pt idx="35">
                  <c:v>1.317419881238133</c:v>
                </c:pt>
                <c:pt idx="36">
                  <c:v>1.4166145647568378</c:v>
                </c:pt>
                <c:pt idx="37">
                  <c:v>1.5202771556930197</c:v>
                </c:pt>
                <c:pt idx="38">
                  <c:v>1.6284810702566321</c:v>
                </c:pt>
                <c:pt idx="39">
                  <c:v>1.741298941683765</c:v>
                </c:pt>
                <c:pt idx="40">
                  <c:v>1.858802648709492</c:v>
                </c:pt>
                <c:pt idx="41">
                  <c:v>1.981063342310329</c:v>
                </c:pt>
                <c:pt idx="42">
                  <c:v>2.108151470861634</c:v>
                </c:pt>
                <c:pt idx="43">
                  <c:v>2.2401368038398437</c:v>
                </c:pt>
                <c:pt idx="44">
                  <c:v>2.377088454186</c:v>
                </c:pt>
                <c:pt idx="45">
                  <c:v>2.5190748994352599</c:v>
                </c:pt>
                <c:pt idx="46">
                  <c:v>2.666164001706663</c:v>
                </c:pt>
                <c:pt idx="47">
                  <c:v>2.8184230266383823</c:v>
                </c:pt>
                <c:pt idx="48">
                  <c:v>2.9759186613455624</c:v>
                </c:pt>
                <c:pt idx="49">
                  <c:v>3.1387170314707302</c:v>
                </c:pt>
                <c:pt idx="50">
                  <c:v>3.3068837173904018</c:v>
                </c:pt>
                <c:pt idx="51">
                  <c:v>3.4804837696358719</c:v>
                </c:pt>
                <c:pt idx="52">
                  <c:v>3.6595817235810579</c:v>
                </c:pt>
                <c:pt idx="53">
                  <c:v>3.8442416134458748</c:v>
                </c:pt>
                <c:pt idx="54">
                  <c:v>4.0345269856593733</c:v>
                </c:pt>
                <c:pt idx="55">
                  <c:v>4.2305009116234329</c:v>
                </c:pt>
                <c:pt idx="56">
                  <c:v>4.4322259999143467</c:v>
                </c:pt>
                <c:pt idx="57">
                  <c:v>4.6397644079567586</c:v>
                </c:pt>
                <c:pt idx="58">
                  <c:v>4.8531778532017134</c:v>
                </c:pt>
                <c:pt idx="59">
                  <c:v>5.0725276238381527</c:v>
                </c:pt>
                <c:pt idx="60">
                  <c:v>5.2978745890649295</c:v>
                </c:pt>
                <c:pt idx="61">
                  <c:v>5.5292792089485294</c:v>
                </c:pt>
                <c:pt idx="62">
                  <c:v>5.7668015438897253</c:v>
                </c:pt>
                <c:pt idx="63">
                  <c:v>6.0105012637207951</c:v>
                </c:pt>
                <c:pt idx="64">
                  <c:v>6.2604376564534245</c:v>
                </c:pt>
                <c:pt idx="65">
                  <c:v>6.5166696366960029</c:v>
                </c:pt>
                <c:pt idx="66">
                  <c:v>6.7792557537576927</c:v>
                </c:pt>
                <c:pt idx="67">
                  <c:v>7.0482541994555792</c:v>
                </c:pt>
                <c:pt idx="68">
                  <c:v>7.3237228156400773</c:v>
                </c:pt>
                <c:pt idx="69">
                  <c:v>7.6057191014527419</c:v>
                </c:pt>
                <c:pt idx="70">
                  <c:v>7.8943002203298462</c:v>
                </c:pt>
                <c:pt idx="71">
                  <c:v>8.1895230067640981</c:v>
                </c:pt>
                <c:pt idx="72">
                  <c:v>8.4914439728361586</c:v>
                </c:pt>
                <c:pt idx="73">
                  <c:v>8.800119314526949</c:v>
                </c:pt>
                <c:pt idx="74">
                  <c:v>9.1156049178210363</c:v>
                </c:pt>
                <c:pt idx="75">
                  <c:v>9.4379563646106792</c:v>
                </c:pt>
                <c:pt idx="76">
                  <c:v>9.7672289384097244</c:v>
                </c:pt>
                <c:pt idx="77">
                  <c:v>10.103477629885857</c:v>
                </c:pt>
                <c:pt idx="78">
                  <c:v>10.446757142219322</c:v>
                </c:pt>
                <c:pt idx="79">
                  <c:v>10.797121896295689</c:v>
                </c:pt>
                <c:pt idx="80">
                  <c:v>11.154626035739868</c:v>
                </c:pt>
                <c:pt idx="81">
                  <c:v>11.519323431798181</c:v>
                </c:pt>
                <c:pt idx="82">
                  <c:v>11.89126768807486</c:v>
                </c:pt>
                <c:pt idx="83">
                  <c:v>12.270512145129079</c:v>
                </c:pt>
                <c:pt idx="84">
                  <c:v>12.657109884938322</c:v>
                </c:pt>
                <c:pt idx="85">
                  <c:v>13.051113735233365</c:v>
                </c:pt>
                <c:pt idx="86">
                  <c:v>13.452576273710244</c:v>
                </c:pt>
                <c:pt idx="87">
                  <c:v>13.861549832123906</c:v>
                </c:pt>
                <c:pt idx="88">
                  <c:v>14.278086500268394</c:v>
                </c:pt>
                <c:pt idx="89">
                  <c:v>14.702238129847746</c:v>
                </c:pt>
                <c:pt idx="90">
                  <c:v>15.134056338242059</c:v>
                </c:pt>
                <c:pt idx="91">
                  <c:v>15.573592512172446</c:v>
                </c:pt>
                <c:pt idx="92">
                  <c:v>16.020897811268885</c:v>
                </c:pt>
                <c:pt idx="93">
                  <c:v>16.476023171544465</c:v>
                </c:pt>
                <c:pt idx="94">
                  <c:v>16.939019308779532</c:v>
                </c:pt>
                <c:pt idx="95">
                  <c:v>17.409936721818887</c:v>
                </c:pt>
                <c:pt idx="96">
                  <c:v>17.888825695785368</c:v>
                </c:pt>
                <c:pt idx="97">
                  <c:v>18.375736305212552</c:v>
                </c:pt>
                <c:pt idx="98">
                  <c:v>18.870718417099685</c:v>
                </c:pt>
                <c:pt idx="99">
                  <c:v>19.373821693891326</c:v>
                </c:pt>
                <c:pt idx="100">
                  <c:v>19.885095596384399</c:v>
                </c:pt>
                <c:pt idx="101">
                  <c:v>20.404589386565171</c:v>
                </c:pt>
                <c:pt idx="102">
                  <c:v>20.932352130378487</c:v>
                </c:pt>
                <c:pt idx="103">
                  <c:v>21.468432700431446</c:v>
                </c:pt>
                <c:pt idx="104">
                  <c:v>22.012879778633941</c:v>
                </c:pt>
                <c:pt idx="105">
                  <c:v>22.56574185877777</c:v>
                </c:pt>
                <c:pt idx="106">
                  <c:v>23.127067249056704</c:v>
                </c:pt>
                <c:pt idx="107">
                  <c:v>23.696904074529087</c:v>
                </c:pt>
                <c:pt idx="108">
                  <c:v>24.275300279525062</c:v>
                </c:pt>
                <c:pt idx="109">
                  <c:v>24.862303629999928</c:v>
                </c:pt>
                <c:pt idx="110">
                  <c:v>25.45796171583563</c:v>
                </c:pt>
                <c:pt idx="111">
                  <c:v>26.062321953091566</c:v>
                </c:pt>
                <c:pt idx="112">
                  <c:v>26.675431586206766</c:v>
                </c:pt>
                <c:pt idx="113">
                  <c:v>27.297337690154471</c:v>
                </c:pt>
                <c:pt idx="114">
                  <c:v>27.92808717255085</c:v>
                </c:pt>
                <c:pt idx="115">
                  <c:v>28.567726775719155</c:v>
                </c:pt>
                <c:pt idx="116">
                  <c:v>29.21630307871051</c:v>
                </c:pt>
                <c:pt idx="117">
                  <c:v>29.873862499282787</c:v>
                </c:pt>
                <c:pt idx="118">
                  <c:v>30.540451295838754</c:v>
                </c:pt>
                <c:pt idx="119">
                  <c:v>31.216115569324533</c:v>
                </c:pt>
                <c:pt idx="120">
                  <c:v>31.900901265089683</c:v>
                </c:pt>
                <c:pt idx="121">
                  <c:v>32.594854174709923</c:v>
                </c:pt>
                <c:pt idx="122">
                  <c:v>33.298019937773518</c:v>
                </c:pt>
                <c:pt idx="123">
                  <c:v>34.010444043632482</c:v>
                </c:pt>
                <c:pt idx="124">
                  <c:v>34.73217183311926</c:v>
                </c:pt>
                <c:pt idx="125">
                  <c:v>35.46324850023035</c:v>
                </c:pt>
                <c:pt idx="126">
                  <c:v>36.203719093777202</c:v>
                </c:pt>
                <c:pt idx="127">
                  <c:v>36.953628519005697</c:v>
                </c:pt>
                <c:pt idx="128">
                  <c:v>37.713021539184886</c:v>
                </c:pt>
                <c:pt idx="129">
                  <c:v>38.481942777165749</c:v>
                </c:pt>
                <c:pt idx="130">
                  <c:v>39.260436716910959</c:v>
                </c:pt>
                <c:pt idx="131">
                  <c:v>40.048547704996224</c:v>
                </c:pt>
                <c:pt idx="132">
                  <c:v>40.846319952084002</c:v>
                </c:pt>
                <c:pt idx="133">
                  <c:v>41.653797534370398</c:v>
                </c:pt>
                <c:pt idx="134">
                  <c:v>42.471024395005742</c:v>
                </c:pt>
                <c:pt idx="135">
                  <c:v>43.298044345489785</c:v>
                </c:pt>
                <c:pt idx="136">
                  <c:v>44.134901067041874</c:v>
                </c:pt>
                <c:pt idx="137">
                  <c:v>44.981638111946879</c:v>
                </c:pt>
                <c:pt idx="138">
                  <c:v>45.838298904877519</c:v>
                </c:pt>
                <c:pt idx="139">
                  <c:v>46.704926744193543</c:v>
                </c:pt>
                <c:pt idx="140">
                  <c:v>47.581564803218427</c:v>
                </c:pt>
                <c:pt idx="141">
                  <c:v>48.468256131494144</c:v>
                </c:pt>
                <c:pt idx="142">
                  <c:v>49.36504365601435</c:v>
                </c:pt>
                <c:pt idx="143">
                  <c:v>50.271970182436959</c:v>
                </c:pt>
                <c:pt idx="144">
                  <c:v>51.189078396275939</c:v>
                </c:pt>
                <c:pt idx="145">
                  <c:v>52.116410864073423</c:v>
                </c:pt>
                <c:pt idx="146">
                  <c:v>53.05401003455227</c:v>
                </c:pt>
                <c:pt idx="147">
                  <c:v>54.001918239749607</c:v>
                </c:pt>
                <c:pt idx="148">
                  <c:v>54.960177696131829</c:v>
                </c:pt>
                <c:pt idx="149">
                  <c:v>55.928830505691479</c:v>
                </c:pt>
                <c:pt idx="150">
                  <c:v>56.907918657026244</c:v>
                </c:pt>
                <c:pt idx="151">
                  <c:v>57.897484026400939</c:v>
                </c:pt>
                <c:pt idx="152">
                  <c:v>58.897568378792229</c:v>
                </c:pt>
                <c:pt idx="153">
                  <c:v>59.90821336891706</c:v>
                </c:pt>
                <c:pt idx="154">
                  <c:v>60.929460542244676</c:v>
                </c:pt>
                <c:pt idx="155">
                  <c:v>61.961351335993058</c:v>
                </c:pt>
                <c:pt idx="156">
                  <c:v>63.003927080109605</c:v>
                </c:pt>
                <c:pt idx="157">
                  <c:v>64.057228998237036</c:v>
                </c:pt>
                <c:pt idx="158">
                  <c:v>65.12129820866403</c:v>
                </c:pt>
                <c:pt idx="159">
                  <c:v>66.196175725261853</c:v>
                </c:pt>
                <c:pt idx="160">
                  <c:v>67.281902458406506</c:v>
                </c:pt>
                <c:pt idx="161">
                  <c:v>68.378519215887025</c:v>
                </c:pt>
                <c:pt idx="162">
                  <c:v>69.486066703800248</c:v>
                </c:pt>
                <c:pt idx="163">
                  <c:v>70.604585527432405</c:v>
                </c:pt>
                <c:pt idx="164">
                  <c:v>71.734116192127431</c:v>
                </c:pt>
                <c:pt idx="165">
                  <c:v>72.874699104142763</c:v>
                </c:pt>
                <c:pt idx="166">
                  <c:v>74.026374571492426</c:v>
                </c:pt>
                <c:pt idx="167">
                  <c:v>75.189182804778227</c:v>
                </c:pt>
                <c:pt idx="168">
                  <c:v>76.363163918008667</c:v>
                </c:pt>
                <c:pt idx="169">
                  <c:v>77.54835792940618</c:v>
                </c:pt>
                <c:pt idx="170">
                  <c:v>78.744804762202989</c:v>
                </c:pt>
                <c:pt idx="171">
                  <c:v>79.952544245425642</c:v>
                </c:pt>
                <c:pt idx="172">
                  <c:v>81.171616114668367</c:v>
                </c:pt>
                <c:pt idx="173">
                  <c:v>82.402060012855927</c:v>
                </c:pt>
                <c:pt idx="174">
                  <c:v>83.643915490995369</c:v>
                </c:pt>
                <c:pt idx="175">
                  <c:v>84.897222008917993</c:v>
                </c:pt>
                <c:pt idx="176">
                  <c:v>86.162018936010568</c:v>
                </c:pt>
                <c:pt idx="177">
                  <c:v>87.438345551936848</c:v>
                </c:pt>
                <c:pt idx="178">
                  <c:v>88.726241047349191</c:v>
                </c:pt>
                <c:pt idx="179">
                  <c:v>90.025744524590607</c:v>
                </c:pt>
                <c:pt idx="180">
                  <c:v>91.336894998387237</c:v>
                </c:pt>
                <c:pt idx="181">
                  <c:v>92.659731396531782</c:v>
                </c:pt>
                <c:pt idx="182">
                  <c:v>93.994292560557554</c:v>
                </c:pt>
                <c:pt idx="183">
                  <c:v>95.340617246403966</c:v>
                </c:pt>
                <c:pt idx="184">
                  <c:v>96.698744125073091</c:v>
                </c:pt>
                <c:pt idx="185">
                  <c:v>98.06871178327745</c:v>
                </c:pt>
                <c:pt idx="186">
                  <c:v>99.450558724079769</c:v>
                </c:pt>
                <c:pt idx="187">
                  <c:v>100.84432336752413</c:v>
                </c:pt>
                <c:pt idx="188">
                  <c:v>102.25004405125914</c:v>
                </c:pt>
                <c:pt idx="189">
                  <c:v>103.66775903115318</c:v>
                </c:pt>
                <c:pt idx="190">
                  <c:v>105.09750648190158</c:v>
                </c:pt>
                <c:pt idx="191">
                  <c:v>106.53932449762648</c:v>
                </c:pt>
                <c:pt idx="192">
                  <c:v>107.9932510924688</c:v>
                </c:pt>
                <c:pt idx="193">
                  <c:v>109.45932420117292</c:v>
                </c:pt>
                <c:pt idx="194">
                  <c:v>110.93758167966409</c:v>
                </c:pt>
                <c:pt idx="195">
                  <c:v>112.4280613056187</c:v>
                </c:pt>
                <c:pt idx="196">
                  <c:v>113.93080077902735</c:v>
                </c:pt>
                <c:pt idx="197">
                  <c:v>115.44583772275131</c:v>
                </c:pt>
                <c:pt idx="198">
                  <c:v>116.97320968307176</c:v>
                </c:pt>
                <c:pt idx="199">
                  <c:v>118.51295413023286</c:v>
                </c:pt>
                <c:pt idx="200">
                  <c:v>120.06510845897778</c:v>
                </c:pt>
                <c:pt idx="201">
                  <c:v>121.62970998907865</c:v>
                </c:pt>
                <c:pt idx="202">
                  <c:v>123.20679596585994</c:v>
                </c:pt>
                <c:pt idx="203">
                  <c:v>124.79640356071563</c:v>
                </c:pt>
                <c:pt idx="204">
                  <c:v>126.39856987162041</c:v>
                </c:pt>
                <c:pt idx="205">
                  <c:v>128.01333192363467</c:v>
                </c:pt>
                <c:pt idx="206">
                  <c:v>129.64072666940362</c:v>
                </c:pt>
                <c:pt idx="207">
                  <c:v>131.28079098965063</c:v>
                </c:pt>
                <c:pt idx="208">
                  <c:v>132.93356169366481</c:v>
                </c:pt>
                <c:pt idx="209">
                  <c:v>134.59907551978296</c:v>
                </c:pt>
                <c:pt idx="210">
                  <c:v>136.27736913586585</c:v>
                </c:pt>
                <c:pt idx="211">
                  <c:v>137.96847913976933</c:v>
                </c:pt>
                <c:pt idx="212">
                  <c:v>139.6724420598097</c:v>
                </c:pt>
                <c:pt idx="213">
                  <c:v>141.38929435522411</c:v>
                </c:pt>
                <c:pt idx="214">
                  <c:v>143.1190724166255</c:v>
                </c:pt>
                <c:pt idx="215">
                  <c:v>144.86181256645287</c:v>
                </c:pt>
                <c:pt idx="216">
                  <c:v>146.61755105941583</c:v>
                </c:pt>
                <c:pt idx="217">
                  <c:v>148.38632408293486</c:v>
                </c:pt>
                <c:pt idx="218">
                  <c:v>150.16816775757621</c:v>
                </c:pt>
                <c:pt idx="219">
                  <c:v>151.96311813748238</c:v>
                </c:pt>
                <c:pt idx="220">
                  <c:v>153.77121121079753</c:v>
                </c:pt>
                <c:pt idx="221">
                  <c:v>155.59248290008856</c:v>
                </c:pt>
                <c:pt idx="222">
                  <c:v>157.42696906276112</c:v>
                </c:pt>
                <c:pt idx="223">
                  <c:v>159.27470549147193</c:v>
                </c:pt>
                <c:pt idx="224">
                  <c:v>161.13572791453581</c:v>
                </c:pt>
                <c:pt idx="225">
                  <c:v>163.01007199632875</c:v>
                </c:pt>
                <c:pt idx="226">
                  <c:v>164.89777333768669</c:v>
                </c:pt>
                <c:pt idx="227">
                  <c:v>166.79886747629996</c:v>
                </c:pt>
                <c:pt idx="228">
                  <c:v>168.7133898871034</c:v>
                </c:pt>
                <c:pt idx="229">
                  <c:v>170.64137598266294</c:v>
                </c:pt>
                <c:pt idx="230">
                  <c:v>172.58286111355699</c:v>
                </c:pt>
                <c:pt idx="231">
                  <c:v>174.53788056875536</c:v>
                </c:pt>
                <c:pt idx="232">
                  <c:v>176.5064695759929</c:v>
                </c:pt>
                <c:pt idx="233">
                  <c:v>178.48866330214</c:v>
                </c:pt>
                <c:pt idx="234">
                  <c:v>180.48449685356897</c:v>
                </c:pt>
                <c:pt idx="235">
                  <c:v>182.49400527651687</c:v>
                </c:pt>
                <c:pt idx="236">
                  <c:v>184.51722355744434</c:v>
                </c:pt>
                <c:pt idx="237">
                  <c:v>186.55418662339113</c:v>
                </c:pt>
                <c:pt idx="238">
                  <c:v>188.60492934232749</c:v>
                </c:pt>
                <c:pt idx="239">
                  <c:v>190.66948652350291</c:v>
                </c:pt>
                <c:pt idx="240">
                  <c:v>192.74789291779021</c:v>
                </c:pt>
                <c:pt idx="241">
                  <c:v>194.84018321802716</c:v>
                </c:pt>
                <c:pt idx="242">
                  <c:v>196.94639205935408</c:v>
                </c:pt>
                <c:pt idx="243">
                  <c:v>199.06655401954836</c:v>
                </c:pt>
                <c:pt idx="244">
                  <c:v>201.20070361935566</c:v>
                </c:pt>
                <c:pt idx="245">
                  <c:v>203.34887532281775</c:v>
                </c:pt>
                <c:pt idx="246">
                  <c:v>205.51110353759702</c:v>
                </c:pt>
                <c:pt idx="247">
                  <c:v>207.68742261529832</c:v>
                </c:pt>
                <c:pt idx="248">
                  <c:v>209.87786685178705</c:v>
                </c:pt>
                <c:pt idx="249">
                  <c:v>212.08247048750448</c:v>
                </c:pt>
                <c:pt idx="250">
                  <c:v>214.30126770778006</c:v>
                </c:pt>
                <c:pt idx="251">
                  <c:v>216.53429264314053</c:v>
                </c:pt>
                <c:pt idx="252">
                  <c:v>218.7815793696164</c:v>
                </c:pt>
                <c:pt idx="253">
                  <c:v>221.04316190904495</c:v>
                </c:pt>
                <c:pt idx="254">
                  <c:v>223.31907422937098</c:v>
                </c:pt>
                <c:pt idx="255">
                  <c:v>224.88040000000001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75-4F49-B2E0-8E5EC4E6CC08}"/>
            </c:ext>
          </c:extLst>
        </c:ser>
        <c:ser>
          <c:idx val="2"/>
          <c:order val="2"/>
          <c:tx>
            <c:strRef>
              <c:f>'Gamma 2.6 6500K'!$E$16</c:f>
              <c:strCache>
                <c:ptCount val="1"/>
                <c:pt idx="0">
                  <c:v>10%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'Gamma 2.6 6500K'!$B$17:$B$272</c:f>
              <c:numCache>
                <c:formatCode>General</c:formatCode>
                <c:ptCount val="25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</c:numCache>
            </c:numRef>
          </c:cat>
          <c:val>
            <c:numRef>
              <c:f>'Gamma 2.6 6500K'!$E$17:$E$272</c:f>
              <c:numCache>
                <c:formatCode>0.00_ </c:formatCode>
                <c:ptCount val="256"/>
                <c:pt idx="0">
                  <c:v>6.9379170785495054E-6</c:v>
                </c:pt>
                <c:pt idx="1">
                  <c:v>2.8039944206364781E-4</c:v>
                </c:pt>
                <c:pt idx="2">
                  <c:v>1.2174184377232492E-3</c:v>
                </c:pt>
                <c:pt idx="3">
                  <c:v>3.0937290777600514E-3</c:v>
                </c:pt>
                <c:pt idx="4">
                  <c:v>6.1371971440346076E-3</c:v>
                </c:pt>
                <c:pt idx="5">
                  <c:v>1.0548739123666826E-2</c:v>
                </c:pt>
                <c:pt idx="6">
                  <c:v>1.6511074847359222E-2</c:v>
                </c:pt>
                <c:pt idx="7">
                  <c:v>2.4193480611107418E-2</c:v>
                </c:pt>
                <c:pt idx="8">
                  <c:v>3.375473490871609E-2</c:v>
                </c:pt>
                <c:pt idx="9">
                  <c:v>4.5345102039720885E-2</c:v>
                </c:pt>
                <c:pt idx="10">
                  <c:v>5.9107747155029894E-2</c:v>
                </c:pt>
                <c:pt idx="11">
                  <c:v>7.5179789690587598E-2</c:v>
                </c:pt>
                <c:pt idx="12">
                  <c:v>9.3693113835321376E-2</c:v>
                </c:pt>
                <c:pt idx="13">
                  <c:v>0.11477500862836262</c:v>
                </c:pt>
                <c:pt idx="14">
                  <c:v>0.13854868442736729</c:v>
                </c:pt>
                <c:pt idx="15">
                  <c:v>0.16513369710766529</c:v>
                </c:pt>
                <c:pt idx="16">
                  <c:v>0.19464630175843678</c:v>
                </c:pt>
                <c:pt idx="17">
                  <c:v>0.22719975142057211</c:v>
                </c:pt>
                <c:pt idx="18">
                  <c:v>0.26290455224097153</c:v>
                </c:pt>
                <c:pt idx="19">
                  <c:v>0.30186868354336394</c:v>
                </c:pt>
                <c:pt idx="20">
                  <c:v>0.34419778928496175</c:v>
                </c:pt>
                <c:pt idx="21">
                  <c:v>0.3899953459027436</c:v>
                </c:pt>
                <c:pt idx="22">
                  <c:v>0.43936281047539011</c:v>
                </c:pt>
                <c:pt idx="23">
                  <c:v>0.4923997523209252</c:v>
                </c:pt>
                <c:pt idx="24">
                  <c:v>0.54920397053825898</c:v>
                </c:pt>
                <c:pt idx="25">
                  <c:v>0.60987159953003123</c:v>
                </c:pt>
                <c:pt idx="26">
                  <c:v>0.67449720417741599</c:v>
                </c:pt>
                <c:pt idx="27">
                  <c:v>0.74317386604869529</c:v>
                </c:pt>
                <c:pt idx="28">
                  <c:v>0.81599326179353726</c:v>
                </c:pt>
                <c:pt idx="29">
                  <c:v>0.89304573469030313</c:v>
                </c:pt>
                <c:pt idx="30">
                  <c:v>0.97442036016411393</c:v>
                </c:pt>
                <c:pt idx="31">
                  <c:v>1.0602050059713042</c:v>
                </c:pt>
                <c:pt idx="32">
                  <c:v>1.1504863876453488</c:v>
                </c:pt>
                <c:pt idx="33">
                  <c:v>1.2453501197161911</c:v>
                </c:pt>
                <c:pt idx="34">
                  <c:v>1.3448807631454645</c:v>
                </c:pt>
                <c:pt idx="35">
                  <c:v>1.4491618693619464</c:v>
                </c:pt>
                <c:pt idx="36">
                  <c:v>1.5582760212325215</c:v>
                </c:pt>
                <c:pt idx="37">
                  <c:v>1.6723048712623216</c:v>
                </c:pt>
                <c:pt idx="38">
                  <c:v>1.7913291772822952</c:v>
                </c:pt>
                <c:pt idx="39">
                  <c:v>1.9154288358521414</c:v>
                </c:pt>
                <c:pt idx="40">
                  <c:v>2.0446829135804414</c:v>
                </c:pt>
                <c:pt idx="41">
                  <c:v>2.179169676541362</c:v>
                </c:pt>
                <c:pt idx="42">
                  <c:v>2.3189666179477975</c:v>
                </c:pt>
                <c:pt idx="43">
                  <c:v>2.4641504842238282</c:v>
                </c:pt>
                <c:pt idx="44">
                  <c:v>2.6147972996046001</c:v>
                </c:pt>
                <c:pt idx="45">
                  <c:v>2.7709823893787857</c:v>
                </c:pt>
                <c:pt idx="46">
                  <c:v>2.9327804018773294</c:v>
                </c:pt>
                <c:pt idx="47">
                  <c:v>3.1002653293022204</c:v>
                </c:pt>
                <c:pt idx="48">
                  <c:v>3.2735105274801186</c:v>
                </c:pt>
                <c:pt idx="49">
                  <c:v>3.4525887346178035</c:v>
                </c:pt>
                <c:pt idx="50">
                  <c:v>3.6375720891294421</c:v>
                </c:pt>
                <c:pt idx="51">
                  <c:v>3.8285321465994593</c:v>
                </c:pt>
                <c:pt idx="52">
                  <c:v>4.0255398959391639</c:v>
                </c:pt>
                <c:pt idx="53">
                  <c:v>4.2286657747904624</c:v>
                </c:pt>
                <c:pt idx="54">
                  <c:v>4.4379796842253105</c:v>
                </c:pt>
                <c:pt idx="55">
                  <c:v>4.6535510027857763</c:v>
                </c:pt>
                <c:pt idx="56">
                  <c:v>4.8754485999057815</c:v>
                </c:pt>
                <c:pt idx="57">
                  <c:v>5.1037408487524347</c:v>
                </c:pt>
                <c:pt idx="58">
                  <c:v>5.3384956385218842</c:v>
                </c:pt>
                <c:pt idx="59">
                  <c:v>5.5797803862219677</c:v>
                </c:pt>
                <c:pt idx="60">
                  <c:v>5.8276620479714225</c:v>
                </c:pt>
                <c:pt idx="61">
                  <c:v>6.0822071298433826</c:v>
                </c:pt>
                <c:pt idx="62">
                  <c:v>6.3434816982786977</c:v>
                </c:pt>
                <c:pt idx="63">
                  <c:v>6.6115513900928748</c:v>
                </c:pt>
                <c:pt idx="64">
                  <c:v>6.8864814220987673</c:v>
                </c:pt>
                <c:pt idx="65">
                  <c:v>7.1683366003656035</c:v>
                </c:pt>
                <c:pt idx="66">
                  <c:v>7.4571813291334621</c:v>
                </c:pt>
                <c:pt idx="67">
                  <c:v>7.7530796194011371</c:v>
                </c:pt>
                <c:pt idx="68">
                  <c:v>8.0560950972040857</c:v>
                </c:pt>
                <c:pt idx="69">
                  <c:v>8.3662910115980154</c:v>
                </c:pt>
                <c:pt idx="70">
                  <c:v>8.6837302423628309</c:v>
                </c:pt>
                <c:pt idx="71">
                  <c:v>9.0084753074405075</c:v>
                </c:pt>
                <c:pt idx="72">
                  <c:v>9.3405883701197752</c:v>
                </c:pt>
                <c:pt idx="73">
                  <c:v>9.6801312459796431</c:v>
                </c:pt>
                <c:pt idx="74">
                  <c:v>10.027165409603139</c:v>
                </c:pt>
                <c:pt idx="75">
                  <c:v>10.381752001071748</c:v>
                </c:pt>
                <c:pt idx="76">
                  <c:v>10.743951832250698</c:v>
                </c:pt>
                <c:pt idx="77">
                  <c:v>11.113825392874443</c:v>
                </c:pt>
                <c:pt idx="78">
                  <c:v>11.491432856441255</c:v>
                </c:pt>
                <c:pt idx="79">
                  <c:v>11.876834085925259</c:v>
                </c:pt>
                <c:pt idx="80">
                  <c:v>12.270088639313855</c:v>
                </c:pt>
                <c:pt idx="81">
                  <c:v>12.671255774977999</c:v>
                </c:pt>
                <c:pt idx="82">
                  <c:v>13.080394456882345</c:v>
                </c:pt>
                <c:pt idx="83">
                  <c:v>13.497563359641987</c:v>
                </c:pt>
                <c:pt idx="84">
                  <c:v>13.922820873432155</c:v>
                </c:pt>
                <c:pt idx="85">
                  <c:v>14.356225108756702</c:v>
                </c:pt>
                <c:pt idx="86">
                  <c:v>14.797833901081269</c:v>
                </c:pt>
                <c:pt idx="87">
                  <c:v>15.247704815336297</c:v>
                </c:pt>
                <c:pt idx="88">
                  <c:v>15.705895150295234</c:v>
                </c:pt>
                <c:pt idx="89">
                  <c:v>16.17246194283252</c:v>
                </c:pt>
                <c:pt idx="90">
                  <c:v>16.647461972066267</c:v>
                </c:pt>
                <c:pt idx="91">
                  <c:v>17.130951763389692</c:v>
                </c:pt>
                <c:pt idx="92">
                  <c:v>17.622987592395774</c:v>
                </c:pt>
                <c:pt idx="93">
                  <c:v>18.123625488698913</c:v>
                </c:pt>
                <c:pt idx="94">
                  <c:v>18.632921239657485</c:v>
                </c:pt>
                <c:pt idx="95">
                  <c:v>19.150930394000778</c:v>
                </c:pt>
                <c:pt idx="96">
                  <c:v>19.677708265363904</c:v>
                </c:pt>
                <c:pt idx="97">
                  <c:v>20.213309935733808</c:v>
                </c:pt>
                <c:pt idx="98">
                  <c:v>20.757790258809653</c:v>
                </c:pt>
                <c:pt idx="99">
                  <c:v>21.311203863280458</c:v>
                </c:pt>
                <c:pt idx="100">
                  <c:v>21.87360515602284</c:v>
                </c:pt>
                <c:pt idx="101">
                  <c:v>22.445048325221688</c:v>
                </c:pt>
                <c:pt idx="102">
                  <c:v>23.025587343416333</c:v>
                </c:pt>
                <c:pt idx="103">
                  <c:v>23.615275970474592</c:v>
                </c:pt>
                <c:pt idx="104">
                  <c:v>24.214167756497336</c:v>
                </c:pt>
                <c:pt idx="105">
                  <c:v>24.822316044655548</c:v>
                </c:pt>
                <c:pt idx="106">
                  <c:v>25.439773973962374</c:v>
                </c:pt>
                <c:pt idx="107">
                  <c:v>26.066594481981994</c:v>
                </c:pt>
                <c:pt idx="108">
                  <c:v>26.702830307477569</c:v>
                </c:pt>
                <c:pt idx="109">
                  <c:v>27.348533992999922</c:v>
                </c:pt>
                <c:pt idx="110">
                  <c:v>28.003757887419194</c:v>
                </c:pt>
                <c:pt idx="111">
                  <c:v>28.668554148400723</c:v>
                </c:pt>
                <c:pt idx="112">
                  <c:v>29.342974744827444</c:v>
                </c:pt>
                <c:pt idx="113">
                  <c:v>30.027071459169917</c:v>
                </c:pt>
                <c:pt idx="114">
                  <c:v>30.720895889805934</c:v>
                </c:pt>
                <c:pt idx="115">
                  <c:v>31.42449945329107</c:v>
                </c:pt>
                <c:pt idx="116">
                  <c:v>32.137933386581558</c:v>
                </c:pt>
                <c:pt idx="117">
                  <c:v>32.861248749211065</c:v>
                </c:pt>
                <c:pt idx="118">
                  <c:v>33.594496425422626</c:v>
                </c:pt>
                <c:pt idx="119">
                  <c:v>34.337727126256986</c:v>
                </c:pt>
                <c:pt idx="120">
                  <c:v>35.090991391598649</c:v>
                </c:pt>
                <c:pt idx="121">
                  <c:v>35.854339592180914</c:v>
                </c:pt>
                <c:pt idx="122">
                  <c:v>36.627821931550869</c:v>
                </c:pt>
                <c:pt idx="123">
                  <c:v>37.41148844799573</c:v>
                </c:pt>
                <c:pt idx="124">
                  <c:v>38.205389016431184</c:v>
                </c:pt>
                <c:pt idx="125">
                  <c:v>39.009573350253383</c:v>
                </c:pt>
                <c:pt idx="126">
                  <c:v>39.824091003154919</c:v>
                </c:pt>
                <c:pt idx="127">
                  <c:v>40.648991370906266</c:v>
                </c:pt>
                <c:pt idx="128">
                  <c:v>41.484323693103377</c:v>
                </c:pt>
                <c:pt idx="129">
                  <c:v>42.330137054882321</c:v>
                </c:pt>
                <c:pt idx="130">
                  <c:v>43.186480388602057</c:v>
                </c:pt>
                <c:pt idx="131">
                  <c:v>44.053402475495844</c:v>
                </c:pt>
                <c:pt idx="132">
                  <c:v>44.930951947292399</c:v>
                </c:pt>
                <c:pt idx="133">
                  <c:v>45.819177287807435</c:v>
                </c:pt>
                <c:pt idx="134">
                  <c:v>46.718126834506315</c:v>
                </c:pt>
                <c:pt idx="135">
                  <c:v>47.627848780038761</c:v>
                </c:pt>
                <c:pt idx="136">
                  <c:v>48.548391173746062</c:v>
                </c:pt>
                <c:pt idx="137">
                  <c:v>49.479801923141565</c:v>
                </c:pt>
                <c:pt idx="138">
                  <c:v>50.422128795365268</c:v>
                </c:pt>
                <c:pt idx="139">
                  <c:v>51.3754194186129</c:v>
                </c:pt>
                <c:pt idx="140">
                  <c:v>52.339721283540271</c:v>
                </c:pt>
                <c:pt idx="141">
                  <c:v>53.315081744643557</c:v>
                </c:pt>
                <c:pt idx="142">
                  <c:v>54.301548021615787</c:v>
                </c:pt>
                <c:pt idx="143">
                  <c:v>55.299167200680657</c:v>
                </c:pt>
                <c:pt idx="144">
                  <c:v>56.307986235903535</c:v>
                </c:pt>
                <c:pt idx="145">
                  <c:v>57.328051950480763</c:v>
                </c:pt>
                <c:pt idx="146">
                  <c:v>58.359411038007494</c:v>
                </c:pt>
                <c:pt idx="147">
                  <c:v>59.402110063724564</c:v>
                </c:pt>
                <c:pt idx="148">
                  <c:v>60.456195465745012</c:v>
                </c:pt>
                <c:pt idx="149">
                  <c:v>61.521713556260629</c:v>
                </c:pt>
                <c:pt idx="150">
                  <c:v>62.598710522728865</c:v>
                </c:pt>
                <c:pt idx="151">
                  <c:v>63.687232429041032</c:v>
                </c:pt>
                <c:pt idx="152">
                  <c:v>64.787325216671448</c:v>
                </c:pt>
                <c:pt idx="153">
                  <c:v>65.899034705808759</c:v>
                </c:pt>
                <c:pt idx="154">
                  <c:v>67.022406596469139</c:v>
                </c:pt>
                <c:pt idx="155">
                  <c:v>68.157486469592357</c:v>
                </c:pt>
                <c:pt idx="156">
                  <c:v>69.304319788120566</c:v>
                </c:pt>
                <c:pt idx="157">
                  <c:v>70.462951898060737</c:v>
                </c:pt>
                <c:pt idx="158">
                  <c:v>71.633428029530435</c:v>
                </c:pt>
                <c:pt idx="159">
                  <c:v>72.815793297788034</c:v>
                </c:pt>
                <c:pt idx="160">
                  <c:v>74.010092704247157</c:v>
                </c:pt>
                <c:pt idx="161">
                  <c:v>75.216371137475733</c:v>
                </c:pt>
                <c:pt idx="162">
                  <c:v>76.434673374180278</c:v>
                </c:pt>
                <c:pt idx="163">
                  <c:v>77.665044080175647</c:v>
                </c:pt>
                <c:pt idx="164">
                  <c:v>78.907527811340174</c:v>
                </c:pt>
                <c:pt idx="165">
                  <c:v>80.162169014557037</c:v>
                </c:pt>
                <c:pt idx="166">
                  <c:v>81.429012028641665</c:v>
                </c:pt>
                <c:pt idx="167">
                  <c:v>82.708101085256047</c:v>
                </c:pt>
                <c:pt idx="168">
                  <c:v>83.999480309809528</c:v>
                </c:pt>
                <c:pt idx="169">
                  <c:v>85.303193722346805</c:v>
                </c:pt>
                <c:pt idx="170">
                  <c:v>86.619285238423288</c:v>
                </c:pt>
                <c:pt idx="171">
                  <c:v>87.947798669968208</c:v>
                </c:pt>
                <c:pt idx="172">
                  <c:v>89.288777726135208</c:v>
                </c:pt>
                <c:pt idx="173">
                  <c:v>90.642266014141512</c:v>
                </c:pt>
                <c:pt idx="174">
                  <c:v>92.008307040094905</c:v>
                </c:pt>
                <c:pt idx="175">
                  <c:v>93.386944209809798</c:v>
                </c:pt>
                <c:pt idx="176">
                  <c:v>94.778220829611627</c:v>
                </c:pt>
                <c:pt idx="177">
                  <c:v>96.182180107130534</c:v>
                </c:pt>
                <c:pt idx="178">
                  <c:v>97.598865152084116</c:v>
                </c:pt>
                <c:pt idx="179">
                  <c:v>99.028318977049665</c:v>
                </c:pt>
                <c:pt idx="180">
                  <c:v>100.47058449822596</c:v>
                </c:pt>
                <c:pt idx="181">
                  <c:v>101.92570453618497</c:v>
                </c:pt>
                <c:pt idx="182">
                  <c:v>103.39372181661331</c:v>
                </c:pt>
                <c:pt idx="183">
                  <c:v>104.87467897104436</c:v>
                </c:pt>
                <c:pt idx="184">
                  <c:v>106.3686185375804</c:v>
                </c:pt>
                <c:pt idx="185">
                  <c:v>107.8755829616052</c:v>
                </c:pt>
                <c:pt idx="186">
                  <c:v>109.39561459648775</c:v>
                </c:pt>
                <c:pt idx="187">
                  <c:v>110.92875570427654</c:v>
                </c:pt>
                <c:pt idx="188">
                  <c:v>112.47504845638505</c:v>
                </c:pt>
                <c:pt idx="189">
                  <c:v>114.03453493426849</c:v>
                </c:pt>
                <c:pt idx="190">
                  <c:v>115.60725713009174</c:v>
                </c:pt>
                <c:pt idx="191">
                  <c:v>117.19325694738913</c:v>
                </c:pt>
                <c:pt idx="192">
                  <c:v>118.79257620171568</c:v>
                </c:pt>
                <c:pt idx="193">
                  <c:v>120.40525662129021</c:v>
                </c:pt>
                <c:pt idx="194">
                  <c:v>122.03133984763051</c:v>
                </c:pt>
                <c:pt idx="195">
                  <c:v>123.67086743618057</c:v>
                </c:pt>
                <c:pt idx="196">
                  <c:v>125.32388085693009</c:v>
                </c:pt>
                <c:pt idx="197">
                  <c:v>126.99042149502644</c:v>
                </c:pt>
                <c:pt idx="198">
                  <c:v>128.67053065137893</c:v>
                </c:pt>
                <c:pt idx="199">
                  <c:v>130.36424954325614</c:v>
                </c:pt>
                <c:pt idx="200">
                  <c:v>132.07161930487555</c:v>
                </c:pt>
                <c:pt idx="201">
                  <c:v>133.7926809879865</c:v>
                </c:pt>
                <c:pt idx="202">
                  <c:v>135.52747556244594</c:v>
                </c:pt>
                <c:pt idx="203">
                  <c:v>137.27604391678719</c:v>
                </c:pt>
                <c:pt idx="204">
                  <c:v>139.03842685878246</c:v>
                </c:pt>
                <c:pt idx="205">
                  <c:v>140.81466511599814</c:v>
                </c:pt>
                <c:pt idx="206">
                  <c:v>142.60479933634397</c:v>
                </c:pt>
                <c:pt idx="207">
                  <c:v>144.40887008861569</c:v>
                </c:pt>
                <c:pt idx="208">
                  <c:v>146.2269178630313</c:v>
                </c:pt>
                <c:pt idx="209">
                  <c:v>148.05898307176125</c:v>
                </c:pt>
                <c:pt idx="210">
                  <c:v>149.90510604945243</c:v>
                </c:pt>
                <c:pt idx="211">
                  <c:v>151.76532705374626</c:v>
                </c:pt>
                <c:pt idx="212">
                  <c:v>153.63968626579066</c:v>
                </c:pt>
                <c:pt idx="213">
                  <c:v>155.52822379074652</c:v>
                </c:pt>
                <c:pt idx="214">
                  <c:v>157.43097965828804</c:v>
                </c:pt>
                <c:pt idx="215">
                  <c:v>159.34799382309816</c:v>
                </c:pt>
                <c:pt idx="216">
                  <c:v>161.27930616535741</c:v>
                </c:pt>
                <c:pt idx="217">
                  <c:v>163.22495649122834</c:v>
                </c:pt>
                <c:pt idx="218">
                  <c:v>165.18498453333385</c:v>
                </c:pt>
                <c:pt idx="219">
                  <c:v>167.15942995123061</c:v>
                </c:pt>
                <c:pt idx="220">
                  <c:v>169.14833233187727</c:v>
                </c:pt>
                <c:pt idx="221">
                  <c:v>171.15173119009742</c:v>
                </c:pt>
                <c:pt idx="222">
                  <c:v>173.16966596903723</c:v>
                </c:pt>
                <c:pt idx="223">
                  <c:v>175.20217604061912</c:v>
                </c:pt>
                <c:pt idx="224">
                  <c:v>177.24930070598938</c:v>
                </c:pt>
                <c:pt idx="225">
                  <c:v>179.31107919596161</c:v>
                </c:pt>
                <c:pt idx="226">
                  <c:v>181.38755067145536</c:v>
                </c:pt>
                <c:pt idx="227">
                  <c:v>183.47875422392997</c:v>
                </c:pt>
                <c:pt idx="228">
                  <c:v>185.58472887581374</c:v>
                </c:pt>
                <c:pt idx="229">
                  <c:v>187.70551358092922</c:v>
                </c:pt>
                <c:pt idx="230">
                  <c:v>189.84114722491267</c:v>
                </c:pt>
                <c:pt idx="231">
                  <c:v>191.99166862563089</c:v>
                </c:pt>
                <c:pt idx="232">
                  <c:v>194.15711653359219</c:v>
                </c:pt>
                <c:pt idx="233">
                  <c:v>196.33752963235401</c:v>
                </c:pt>
                <c:pt idx="234">
                  <c:v>198.53294653892587</c:v>
                </c:pt>
                <c:pt idx="235">
                  <c:v>200.74340580416856</c:v>
                </c:pt>
                <c:pt idx="236">
                  <c:v>202.96894591318878</c:v>
                </c:pt>
                <c:pt idx="237">
                  <c:v>205.20960528573025</c:v>
                </c:pt>
                <c:pt idx="238">
                  <c:v>207.46542227656025</c:v>
                </c:pt>
                <c:pt idx="239">
                  <c:v>209.73643517585322</c:v>
                </c:pt>
                <c:pt idx="240">
                  <c:v>212.02268220956924</c:v>
                </c:pt>
                <c:pt idx="241">
                  <c:v>214.32420153982989</c:v>
                </c:pt>
                <c:pt idx="242">
                  <c:v>216.64103126528948</c:v>
                </c:pt>
                <c:pt idx="243">
                  <c:v>218.97320942150321</c:v>
                </c:pt>
                <c:pt idx="244">
                  <c:v>221.32077398129124</c:v>
                </c:pt>
                <c:pt idx="245">
                  <c:v>223.68376285509953</c:v>
                </c:pt>
                <c:pt idx="246">
                  <c:v>226.06221389135672</c:v>
                </c:pt>
                <c:pt idx="247">
                  <c:v>228.45616487682815</c:v>
                </c:pt>
                <c:pt idx="248">
                  <c:v>230.86565353696574</c:v>
                </c:pt>
                <c:pt idx="249">
                  <c:v>233.29071753625493</c:v>
                </c:pt>
                <c:pt idx="250">
                  <c:v>235.73139447855806</c:v>
                </c:pt>
                <c:pt idx="251">
                  <c:v>238.1877219074546</c:v>
                </c:pt>
                <c:pt idx="252">
                  <c:v>240.65973730657805</c:v>
                </c:pt>
                <c:pt idx="253">
                  <c:v>243.14747809994947</c:v>
                </c:pt>
                <c:pt idx="254">
                  <c:v>245.65098165230808</c:v>
                </c:pt>
                <c:pt idx="255">
                  <c:v>247.36844000000002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875-4F49-B2E0-8E5EC4E6CC08}"/>
            </c:ext>
          </c:extLst>
        </c:ser>
        <c:ser>
          <c:idx val="3"/>
          <c:order val="3"/>
          <c:tx>
            <c:strRef>
              <c:f>'Gamma 2.6 6500K'!$F$16</c:f>
              <c:strCache>
                <c:ptCount val="1"/>
                <c:pt idx="0">
                  <c:v>Measure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'Gamma 2.6 6500K'!$B$17:$B$272</c:f>
              <c:numCache>
                <c:formatCode>General</c:formatCode>
                <c:ptCount val="25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</c:numCache>
            </c:numRef>
          </c:cat>
          <c:val>
            <c:numRef>
              <c:f>'Gamma 2.6 6500K'!$F$17:$F$272</c:f>
              <c:numCache>
                <c:formatCode>General</c:formatCode>
                <c:ptCount val="256"/>
                <c:pt idx="0">
                  <c:v>0.31759999999999999</c:v>
                </c:pt>
                <c:pt idx="1">
                  <c:v>0.31759999999999999</c:v>
                </c:pt>
                <c:pt idx="2">
                  <c:v>0.31469999999999998</c:v>
                </c:pt>
                <c:pt idx="3">
                  <c:v>0.32529999999999998</c:v>
                </c:pt>
                <c:pt idx="4">
                  <c:v>0.32590000000000002</c:v>
                </c:pt>
                <c:pt idx="5">
                  <c:v>0.32940000000000003</c:v>
                </c:pt>
                <c:pt idx="6">
                  <c:v>0.34279999999999999</c:v>
                </c:pt>
                <c:pt idx="7">
                  <c:v>0.34689999999999999</c:v>
                </c:pt>
                <c:pt idx="8">
                  <c:v>0.35709999999999997</c:v>
                </c:pt>
                <c:pt idx="9">
                  <c:v>0.36159999999999998</c:v>
                </c:pt>
                <c:pt idx="10">
                  <c:v>0.37090000000000001</c:v>
                </c:pt>
                <c:pt idx="11">
                  <c:v>0.37269999999999998</c:v>
                </c:pt>
                <c:pt idx="12">
                  <c:v>0.39860000000000001</c:v>
                </c:pt>
                <c:pt idx="13">
                  <c:v>0.42680000000000001</c:v>
                </c:pt>
                <c:pt idx="14">
                  <c:v>0.42799999999999999</c:v>
                </c:pt>
                <c:pt idx="15">
                  <c:v>0.46820000000000001</c:v>
                </c:pt>
                <c:pt idx="16">
                  <c:v>0.46729999999999999</c:v>
                </c:pt>
                <c:pt idx="17">
                  <c:v>0.49890000000000001</c:v>
                </c:pt>
                <c:pt idx="18">
                  <c:v>0.50739999999999996</c:v>
                </c:pt>
                <c:pt idx="19">
                  <c:v>0.55330000000000001</c:v>
                </c:pt>
                <c:pt idx="20">
                  <c:v>0.61160000000000003</c:v>
                </c:pt>
                <c:pt idx="21">
                  <c:v>0.62590000000000001</c:v>
                </c:pt>
                <c:pt idx="22">
                  <c:v>0.68279999999999996</c:v>
                </c:pt>
                <c:pt idx="23">
                  <c:v>0.68310000000000004</c:v>
                </c:pt>
                <c:pt idx="24">
                  <c:v>0.73819999999999997</c:v>
                </c:pt>
                <c:pt idx="25">
                  <c:v>0.82840000000000003</c:v>
                </c:pt>
                <c:pt idx="26">
                  <c:v>0.82879999999999998</c:v>
                </c:pt>
                <c:pt idx="27">
                  <c:v>0.90349999999999997</c:v>
                </c:pt>
                <c:pt idx="28">
                  <c:v>1.0118</c:v>
                </c:pt>
                <c:pt idx="29">
                  <c:v>1.0862000000000001</c:v>
                </c:pt>
                <c:pt idx="30">
                  <c:v>1.1547000000000001</c:v>
                </c:pt>
                <c:pt idx="31">
                  <c:v>1.2522</c:v>
                </c:pt>
                <c:pt idx="32">
                  <c:v>1.3342000000000001</c:v>
                </c:pt>
                <c:pt idx="33">
                  <c:v>1.4037999999999999</c:v>
                </c:pt>
                <c:pt idx="34">
                  <c:v>1.476</c:v>
                </c:pt>
                <c:pt idx="35">
                  <c:v>1.5044</c:v>
                </c:pt>
                <c:pt idx="36">
                  <c:v>1.6032</c:v>
                </c:pt>
                <c:pt idx="37">
                  <c:v>1.6831</c:v>
                </c:pt>
                <c:pt idx="38">
                  <c:v>1.7903</c:v>
                </c:pt>
                <c:pt idx="39">
                  <c:v>1.879</c:v>
                </c:pt>
                <c:pt idx="40">
                  <c:v>2.0183</c:v>
                </c:pt>
                <c:pt idx="41">
                  <c:v>2.1335000000000002</c:v>
                </c:pt>
                <c:pt idx="42">
                  <c:v>2.2315</c:v>
                </c:pt>
                <c:pt idx="43">
                  <c:v>2.3952</c:v>
                </c:pt>
                <c:pt idx="44">
                  <c:v>2.5011999999999999</c:v>
                </c:pt>
                <c:pt idx="45">
                  <c:v>2.6789000000000001</c:v>
                </c:pt>
                <c:pt idx="46">
                  <c:v>2.7989000000000002</c:v>
                </c:pt>
                <c:pt idx="47">
                  <c:v>2.9826000000000001</c:v>
                </c:pt>
                <c:pt idx="48">
                  <c:v>3.1217999999999999</c:v>
                </c:pt>
                <c:pt idx="49">
                  <c:v>3.3978999999999999</c:v>
                </c:pt>
                <c:pt idx="50">
                  <c:v>3.5407000000000002</c:v>
                </c:pt>
                <c:pt idx="51">
                  <c:v>3.7425999999999999</c:v>
                </c:pt>
                <c:pt idx="52">
                  <c:v>3.9113000000000002</c:v>
                </c:pt>
                <c:pt idx="53">
                  <c:v>4.1151</c:v>
                </c:pt>
                <c:pt idx="54">
                  <c:v>4.3002000000000002</c:v>
                </c:pt>
                <c:pt idx="55">
                  <c:v>4.5381</c:v>
                </c:pt>
                <c:pt idx="56">
                  <c:v>4.7329999999999997</c:v>
                </c:pt>
                <c:pt idx="57">
                  <c:v>4.9690000000000003</c:v>
                </c:pt>
                <c:pt idx="58">
                  <c:v>5.1787000000000001</c:v>
                </c:pt>
                <c:pt idx="59">
                  <c:v>5.3761000000000001</c:v>
                </c:pt>
                <c:pt idx="60">
                  <c:v>5.6618000000000004</c:v>
                </c:pt>
                <c:pt idx="61">
                  <c:v>5.9008000000000003</c:v>
                </c:pt>
                <c:pt idx="62">
                  <c:v>6.1840999999999999</c:v>
                </c:pt>
                <c:pt idx="63">
                  <c:v>6.3960999999999997</c:v>
                </c:pt>
                <c:pt idx="64">
                  <c:v>6.6807999999999996</c:v>
                </c:pt>
                <c:pt idx="65">
                  <c:v>7.0053999999999998</c:v>
                </c:pt>
                <c:pt idx="66">
                  <c:v>7.1986999999999997</c:v>
                </c:pt>
                <c:pt idx="67">
                  <c:v>7.5799000000000003</c:v>
                </c:pt>
                <c:pt idx="68">
                  <c:v>7.8407999999999998</c:v>
                </c:pt>
                <c:pt idx="69">
                  <c:v>8.1668000000000003</c:v>
                </c:pt>
                <c:pt idx="70">
                  <c:v>8.4644999999999992</c:v>
                </c:pt>
                <c:pt idx="71">
                  <c:v>8.8300999999999998</c:v>
                </c:pt>
                <c:pt idx="72">
                  <c:v>8.9329999999999998</c:v>
                </c:pt>
                <c:pt idx="73">
                  <c:v>9.4283000000000001</c:v>
                </c:pt>
                <c:pt idx="74">
                  <c:v>9.7462999999999997</c:v>
                </c:pt>
                <c:pt idx="75">
                  <c:v>10.0192</c:v>
                </c:pt>
                <c:pt idx="76">
                  <c:v>10.438700000000001</c:v>
                </c:pt>
                <c:pt idx="77">
                  <c:v>10.7502</c:v>
                </c:pt>
                <c:pt idx="78">
                  <c:v>11.054600000000001</c:v>
                </c:pt>
                <c:pt idx="79">
                  <c:v>11.4939</c:v>
                </c:pt>
                <c:pt idx="80">
                  <c:v>11.606999999999999</c:v>
                </c:pt>
                <c:pt idx="81">
                  <c:v>11.911899999999999</c:v>
                </c:pt>
                <c:pt idx="82">
                  <c:v>12.2926</c:v>
                </c:pt>
                <c:pt idx="83">
                  <c:v>12.7499</c:v>
                </c:pt>
                <c:pt idx="84">
                  <c:v>13.1097</c:v>
                </c:pt>
                <c:pt idx="85">
                  <c:v>13.464</c:v>
                </c:pt>
                <c:pt idx="86">
                  <c:v>13.838900000000001</c:v>
                </c:pt>
                <c:pt idx="87">
                  <c:v>14.279</c:v>
                </c:pt>
                <c:pt idx="88">
                  <c:v>14.478999999999999</c:v>
                </c:pt>
                <c:pt idx="89">
                  <c:v>14.888199999999999</c:v>
                </c:pt>
                <c:pt idx="90">
                  <c:v>15.2982</c:v>
                </c:pt>
                <c:pt idx="91">
                  <c:v>15.7728</c:v>
                </c:pt>
                <c:pt idx="92">
                  <c:v>16.130299999999998</c:v>
                </c:pt>
                <c:pt idx="93">
                  <c:v>16.5945</c:v>
                </c:pt>
                <c:pt idx="94">
                  <c:v>16.993300000000001</c:v>
                </c:pt>
                <c:pt idx="95">
                  <c:v>17.5397</c:v>
                </c:pt>
                <c:pt idx="96">
                  <c:v>17.962399999999999</c:v>
                </c:pt>
                <c:pt idx="97">
                  <c:v>18.542400000000001</c:v>
                </c:pt>
                <c:pt idx="98">
                  <c:v>18.9331</c:v>
                </c:pt>
                <c:pt idx="99">
                  <c:v>19.3673</c:v>
                </c:pt>
                <c:pt idx="100">
                  <c:v>19.9373</c:v>
                </c:pt>
                <c:pt idx="101">
                  <c:v>20.436800000000002</c:v>
                </c:pt>
                <c:pt idx="102">
                  <c:v>20.5898</c:v>
                </c:pt>
                <c:pt idx="103">
                  <c:v>21.168099999999999</c:v>
                </c:pt>
                <c:pt idx="104">
                  <c:v>21.664300000000001</c:v>
                </c:pt>
                <c:pt idx="105">
                  <c:v>22.3325</c:v>
                </c:pt>
                <c:pt idx="106">
                  <c:v>22.848099999999999</c:v>
                </c:pt>
                <c:pt idx="107">
                  <c:v>23.435500000000001</c:v>
                </c:pt>
                <c:pt idx="108">
                  <c:v>24.065999999999999</c:v>
                </c:pt>
                <c:pt idx="109">
                  <c:v>24.552099999999999</c:v>
                </c:pt>
                <c:pt idx="110">
                  <c:v>25.158000000000001</c:v>
                </c:pt>
                <c:pt idx="111">
                  <c:v>26.251000000000001</c:v>
                </c:pt>
                <c:pt idx="112">
                  <c:v>26.802</c:v>
                </c:pt>
                <c:pt idx="113">
                  <c:v>27.3627</c:v>
                </c:pt>
                <c:pt idx="114">
                  <c:v>28.049800000000001</c:v>
                </c:pt>
                <c:pt idx="115">
                  <c:v>28.709800000000001</c:v>
                </c:pt>
                <c:pt idx="116">
                  <c:v>29.571899999999999</c:v>
                </c:pt>
                <c:pt idx="117">
                  <c:v>30.1357</c:v>
                </c:pt>
                <c:pt idx="118">
                  <c:v>30.7133</c:v>
                </c:pt>
                <c:pt idx="119">
                  <c:v>31.501999999999999</c:v>
                </c:pt>
                <c:pt idx="120">
                  <c:v>31.988700000000001</c:v>
                </c:pt>
                <c:pt idx="121">
                  <c:v>32.925600000000003</c:v>
                </c:pt>
                <c:pt idx="122">
                  <c:v>33.5702</c:v>
                </c:pt>
                <c:pt idx="123">
                  <c:v>34.415399999999998</c:v>
                </c:pt>
                <c:pt idx="124">
                  <c:v>35.643700000000003</c:v>
                </c:pt>
                <c:pt idx="125">
                  <c:v>36.396700000000003</c:v>
                </c:pt>
                <c:pt idx="126">
                  <c:v>37.087299999999999</c:v>
                </c:pt>
                <c:pt idx="127">
                  <c:v>37.997</c:v>
                </c:pt>
                <c:pt idx="128">
                  <c:v>38.604199999999999</c:v>
                </c:pt>
                <c:pt idx="129">
                  <c:v>39.566800000000001</c:v>
                </c:pt>
                <c:pt idx="130">
                  <c:v>40.413899999999998</c:v>
                </c:pt>
                <c:pt idx="131">
                  <c:v>41.021999999999998</c:v>
                </c:pt>
                <c:pt idx="132">
                  <c:v>41.956200000000003</c:v>
                </c:pt>
                <c:pt idx="133">
                  <c:v>42.723799999999997</c:v>
                </c:pt>
                <c:pt idx="134">
                  <c:v>43.386299999999999</c:v>
                </c:pt>
                <c:pt idx="135">
                  <c:v>44.260399999999997</c:v>
                </c:pt>
                <c:pt idx="136">
                  <c:v>44.957000000000001</c:v>
                </c:pt>
                <c:pt idx="137">
                  <c:v>46.017800000000001</c:v>
                </c:pt>
                <c:pt idx="138">
                  <c:v>46.746400000000001</c:v>
                </c:pt>
                <c:pt idx="139">
                  <c:v>47.695999999999998</c:v>
                </c:pt>
                <c:pt idx="140">
                  <c:v>48.398899999999998</c:v>
                </c:pt>
                <c:pt idx="141">
                  <c:v>49.2941</c:v>
                </c:pt>
                <c:pt idx="142">
                  <c:v>50.0047</c:v>
                </c:pt>
                <c:pt idx="143">
                  <c:v>50.831299999999999</c:v>
                </c:pt>
                <c:pt idx="144">
                  <c:v>51.98</c:v>
                </c:pt>
                <c:pt idx="145">
                  <c:v>52.776600000000002</c:v>
                </c:pt>
                <c:pt idx="146">
                  <c:v>53.855400000000003</c:v>
                </c:pt>
                <c:pt idx="147">
                  <c:v>54.6554</c:v>
                </c:pt>
                <c:pt idx="148">
                  <c:v>55.3095</c:v>
                </c:pt>
                <c:pt idx="149">
                  <c:v>56.579500000000003</c:v>
                </c:pt>
                <c:pt idx="150">
                  <c:v>57.457999999999998</c:v>
                </c:pt>
                <c:pt idx="151">
                  <c:v>58.2928</c:v>
                </c:pt>
                <c:pt idx="152">
                  <c:v>59.052</c:v>
                </c:pt>
                <c:pt idx="153">
                  <c:v>60.247300000000003</c:v>
                </c:pt>
                <c:pt idx="154">
                  <c:v>61.065199999999997</c:v>
                </c:pt>
                <c:pt idx="155">
                  <c:v>62.465800000000002</c:v>
                </c:pt>
                <c:pt idx="156">
                  <c:v>63.3645</c:v>
                </c:pt>
                <c:pt idx="157">
                  <c:v>64.323300000000003</c:v>
                </c:pt>
                <c:pt idx="158">
                  <c:v>65.487300000000005</c:v>
                </c:pt>
                <c:pt idx="159">
                  <c:v>66.393600000000006</c:v>
                </c:pt>
                <c:pt idx="160">
                  <c:v>67.597999999999999</c:v>
                </c:pt>
                <c:pt idx="161">
                  <c:v>68.361199999999997</c:v>
                </c:pt>
                <c:pt idx="162">
                  <c:v>69.435299999999998</c:v>
                </c:pt>
                <c:pt idx="163">
                  <c:v>70.689599999999999</c:v>
                </c:pt>
                <c:pt idx="164">
                  <c:v>71.745599999999996</c:v>
                </c:pt>
                <c:pt idx="165">
                  <c:v>73.083699999999993</c:v>
                </c:pt>
                <c:pt idx="166">
                  <c:v>73.949200000000005</c:v>
                </c:pt>
                <c:pt idx="167">
                  <c:v>75.2911</c:v>
                </c:pt>
                <c:pt idx="168">
                  <c:v>76.267499999999998</c:v>
                </c:pt>
                <c:pt idx="169">
                  <c:v>77.240799999999993</c:v>
                </c:pt>
                <c:pt idx="170">
                  <c:v>78.665599999999998</c:v>
                </c:pt>
                <c:pt idx="171">
                  <c:v>79.650599999999997</c:v>
                </c:pt>
                <c:pt idx="172">
                  <c:v>80.935500000000005</c:v>
                </c:pt>
                <c:pt idx="173">
                  <c:v>81.804299999999998</c:v>
                </c:pt>
                <c:pt idx="174">
                  <c:v>83.364500000000007</c:v>
                </c:pt>
                <c:pt idx="175">
                  <c:v>84.453999999999994</c:v>
                </c:pt>
                <c:pt idx="176">
                  <c:v>85.442800000000005</c:v>
                </c:pt>
                <c:pt idx="177">
                  <c:v>86.938999999999993</c:v>
                </c:pt>
                <c:pt idx="178">
                  <c:v>87.9726</c:v>
                </c:pt>
                <c:pt idx="179">
                  <c:v>89.496300000000005</c:v>
                </c:pt>
                <c:pt idx="180">
                  <c:v>90.5471</c:v>
                </c:pt>
                <c:pt idx="181">
                  <c:v>91.541899999999998</c:v>
                </c:pt>
                <c:pt idx="182">
                  <c:v>92.055400000000006</c:v>
                </c:pt>
                <c:pt idx="183">
                  <c:v>93.561300000000003</c:v>
                </c:pt>
                <c:pt idx="184">
                  <c:v>94.631299999999996</c:v>
                </c:pt>
                <c:pt idx="185">
                  <c:v>96.116399999999999</c:v>
                </c:pt>
                <c:pt idx="186">
                  <c:v>97.227000000000004</c:v>
                </c:pt>
                <c:pt idx="187">
                  <c:v>98.696899999999999</c:v>
                </c:pt>
                <c:pt idx="188">
                  <c:v>99.869299999999996</c:v>
                </c:pt>
                <c:pt idx="189">
                  <c:v>101.0759</c:v>
                </c:pt>
                <c:pt idx="190">
                  <c:v>102.56</c:v>
                </c:pt>
                <c:pt idx="191">
                  <c:v>103.61620000000001</c:v>
                </c:pt>
                <c:pt idx="192">
                  <c:v>105.9556</c:v>
                </c:pt>
                <c:pt idx="193">
                  <c:v>107.54859999999999</c:v>
                </c:pt>
                <c:pt idx="194">
                  <c:v>108.82259999999999</c:v>
                </c:pt>
                <c:pt idx="195">
                  <c:v>110.0638</c:v>
                </c:pt>
                <c:pt idx="196">
                  <c:v>111.5684</c:v>
                </c:pt>
                <c:pt idx="197">
                  <c:v>112.77930000000001</c:v>
                </c:pt>
                <c:pt idx="198">
                  <c:v>114.2692</c:v>
                </c:pt>
                <c:pt idx="199">
                  <c:v>115.75709999999999</c:v>
                </c:pt>
                <c:pt idx="200">
                  <c:v>117.0924</c:v>
                </c:pt>
                <c:pt idx="201">
                  <c:v>118.7679</c:v>
                </c:pt>
                <c:pt idx="202">
                  <c:v>119.961</c:v>
                </c:pt>
                <c:pt idx="203">
                  <c:v>121.53660000000001</c:v>
                </c:pt>
                <c:pt idx="204">
                  <c:v>123.967</c:v>
                </c:pt>
                <c:pt idx="205">
                  <c:v>125.21250000000001</c:v>
                </c:pt>
                <c:pt idx="206">
                  <c:v>126.49079999999999</c:v>
                </c:pt>
                <c:pt idx="207">
                  <c:v>128.62270000000001</c:v>
                </c:pt>
                <c:pt idx="208">
                  <c:v>129.91849999999999</c:v>
                </c:pt>
                <c:pt idx="209">
                  <c:v>131.20930000000001</c:v>
                </c:pt>
                <c:pt idx="210">
                  <c:v>132.96029999999999</c:v>
                </c:pt>
                <c:pt idx="211">
                  <c:v>134.62860000000001</c:v>
                </c:pt>
                <c:pt idx="212">
                  <c:v>136.8433</c:v>
                </c:pt>
                <c:pt idx="213">
                  <c:v>139.11359999999999</c:v>
                </c:pt>
                <c:pt idx="214">
                  <c:v>140.45609999999999</c:v>
                </c:pt>
                <c:pt idx="215">
                  <c:v>141.8083</c:v>
                </c:pt>
                <c:pt idx="216">
                  <c:v>143.64410000000001</c:v>
                </c:pt>
                <c:pt idx="217">
                  <c:v>145.04470000000001</c:v>
                </c:pt>
                <c:pt idx="218">
                  <c:v>146.80930000000001</c:v>
                </c:pt>
                <c:pt idx="219">
                  <c:v>149.5745</c:v>
                </c:pt>
                <c:pt idx="220">
                  <c:v>151.4265</c:v>
                </c:pt>
                <c:pt idx="221">
                  <c:v>152.81639999999999</c:v>
                </c:pt>
                <c:pt idx="222">
                  <c:v>154.4777</c:v>
                </c:pt>
                <c:pt idx="223">
                  <c:v>155.9042</c:v>
                </c:pt>
                <c:pt idx="224">
                  <c:v>158.2473</c:v>
                </c:pt>
                <c:pt idx="225">
                  <c:v>160.5384</c:v>
                </c:pt>
                <c:pt idx="226">
                  <c:v>162.4298</c:v>
                </c:pt>
                <c:pt idx="227">
                  <c:v>163.85319999999999</c:v>
                </c:pt>
                <c:pt idx="228">
                  <c:v>165.64089999999999</c:v>
                </c:pt>
                <c:pt idx="229">
                  <c:v>167.58330000000001</c:v>
                </c:pt>
                <c:pt idx="230">
                  <c:v>170.5256</c:v>
                </c:pt>
                <c:pt idx="231">
                  <c:v>171.96350000000001</c:v>
                </c:pt>
                <c:pt idx="232">
                  <c:v>173.8828</c:v>
                </c:pt>
                <c:pt idx="233">
                  <c:v>175.673</c:v>
                </c:pt>
                <c:pt idx="234">
                  <c:v>178.75360000000001</c:v>
                </c:pt>
                <c:pt idx="235">
                  <c:v>180.2474</c:v>
                </c:pt>
                <c:pt idx="236">
                  <c:v>182.3348</c:v>
                </c:pt>
                <c:pt idx="237">
                  <c:v>184.471</c:v>
                </c:pt>
                <c:pt idx="238">
                  <c:v>186.55019999999999</c:v>
                </c:pt>
                <c:pt idx="239">
                  <c:v>188.09180000000001</c:v>
                </c:pt>
                <c:pt idx="240">
                  <c:v>191.12029999999999</c:v>
                </c:pt>
                <c:pt idx="241">
                  <c:v>193.0711</c:v>
                </c:pt>
                <c:pt idx="242">
                  <c:v>195.09219999999999</c:v>
                </c:pt>
                <c:pt idx="243">
                  <c:v>198.31450000000001</c:v>
                </c:pt>
                <c:pt idx="244">
                  <c:v>200.33240000000001</c:v>
                </c:pt>
                <c:pt idx="245">
                  <c:v>203.14830000000001</c:v>
                </c:pt>
                <c:pt idx="246">
                  <c:v>203.54</c:v>
                </c:pt>
                <c:pt idx="247">
                  <c:v>206.38200000000001</c:v>
                </c:pt>
                <c:pt idx="248">
                  <c:v>208.08009999999999</c:v>
                </c:pt>
                <c:pt idx="249">
                  <c:v>210.66800000000001</c:v>
                </c:pt>
                <c:pt idx="250">
                  <c:v>212.68299999999999</c:v>
                </c:pt>
                <c:pt idx="251">
                  <c:v>216.17099999999999</c:v>
                </c:pt>
                <c:pt idx="252">
                  <c:v>217.64959999999999</c:v>
                </c:pt>
                <c:pt idx="253">
                  <c:v>219.48249999999999</c:v>
                </c:pt>
                <c:pt idx="254">
                  <c:v>222.36670000000001</c:v>
                </c:pt>
                <c:pt idx="255">
                  <c:v>224.88040000000001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875-4F49-B2E0-8E5EC4E6CC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81636768"/>
        <c:axId val="1881631008"/>
      </c:lineChart>
      <c:catAx>
        <c:axId val="1881636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881631008"/>
        <c:crosses val="autoZero"/>
        <c:auto val="1"/>
        <c:lblAlgn val="ctr"/>
        <c:lblOffset val="100"/>
        <c:noMultiLvlLbl val="0"/>
      </c:catAx>
      <c:valAx>
        <c:axId val="1881631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8816367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102089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25277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dirty="0"/>
              <a:t>我們的目標是在目前的 </a:t>
            </a:r>
            <a:r>
              <a:rPr lang="en-US" altLang="zh-TW" dirty="0"/>
              <a:t>Tool </a:t>
            </a:r>
            <a:r>
              <a:rPr lang="zh-TW" altLang="en-US" dirty="0"/>
              <a:t>中加入 </a:t>
            </a:r>
            <a:r>
              <a:rPr lang="en-US" altLang="zh-TW" dirty="0"/>
              <a:t>ICC Profile </a:t>
            </a:r>
            <a:r>
              <a:rPr lang="zh-TW" altLang="en-US" dirty="0"/>
              <a:t>的檢視與編輯功能，並根據顯示器量測資料產生對應色溫、</a:t>
            </a:r>
            <a:r>
              <a:rPr lang="en-US" altLang="zh-TW" dirty="0"/>
              <a:t>Gamma </a:t>
            </a:r>
            <a:r>
              <a:rPr lang="zh-TW" altLang="en-US" dirty="0"/>
              <a:t>及 </a:t>
            </a:r>
            <a:r>
              <a:rPr lang="en-US" altLang="zh-TW" dirty="0"/>
              <a:t>DICOM</a:t>
            </a:r>
            <a:r>
              <a:rPr lang="zh-TW" altLang="en-US" dirty="0"/>
              <a:t>目標的軟體校正資料，最後再與硬體校正的結果進行比較</a:t>
            </a:r>
            <a:endParaRPr lang="en-US" altLang="zh-TW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ICC Profile </a:t>
            </a:r>
            <a:r>
              <a:rPr lang="zh-TW" altLang="en-US" dirty="0"/>
              <a:t>是一種跨平台的裝置色彩描述檔，用來描述裝置的色彩特性，並提供</a:t>
            </a:r>
            <a:r>
              <a:rPr lang="en-US" altLang="zh-TW" dirty="0"/>
              <a:t>CMS</a:t>
            </a:r>
            <a:r>
              <a:rPr lang="zh-TW" altLang="en-US" dirty="0"/>
              <a:t>進行不同裝置之間色彩轉換所需的資訊。</a:t>
            </a:r>
            <a:endParaRPr lang="en-US" altLang="zh-TW" sz="1200" b="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112163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zh-TW" altLang="zh-TW" dirty="0"/>
              <a:t>ICC Profile 是一種具有固定資料結構的二進位 Profile 檔案。其主要結構由三部分組成：Profile Header、Profile Tag Table，以及 Profile Tagged Element Data。Header 告訴系統這個 Profile 的基本資訊；Tag Table 則像目錄，告訴系統 Profile 裡有哪些 Tag 以及資料在哪裡；真正的資料則放在 Tagged Element Data 裡。</a:t>
            </a:r>
            <a:endParaRPr lang="en-US" altLang="zh-TW" dirty="0"/>
          </a:p>
          <a:p>
            <a:pPr marL="0" indent="0">
              <a:lnSpc>
                <a:spcPct val="150000"/>
              </a:lnSpc>
            </a:pPr>
            <a:endParaRPr lang="en-US" altLang="zh-TW" baseline="0" dirty="0">
              <a:solidFill>
                <a:srgbClr val="000000"/>
              </a:solidFill>
              <a:ea typeface="標楷體" panose="03000509000000000000" pitchFamily="65" charset="-120"/>
            </a:endParaRPr>
          </a:p>
          <a:p>
            <a:pPr marL="0" indent="0"/>
            <a:r>
              <a:rPr lang="zh-TW" altLang="en-US" dirty="0"/>
              <a:t>範例的</a:t>
            </a:r>
            <a:r>
              <a:rPr lang="en-US" altLang="zh-TW" dirty="0"/>
              <a:t>ICC</a:t>
            </a:r>
            <a:r>
              <a:rPr lang="zh-TW" altLang="en-US" dirty="0"/>
              <a:t>是我使用</a:t>
            </a:r>
            <a:r>
              <a:rPr lang="en-US" altLang="zh-TW" dirty="0"/>
              <a:t>windows</a:t>
            </a:r>
            <a:r>
              <a:rPr lang="zh-TW" altLang="en-US" dirty="0"/>
              <a:t>校正後產生的</a:t>
            </a:r>
            <a:r>
              <a:rPr lang="en-US" altLang="zh-TW" dirty="0"/>
              <a:t>ICC</a:t>
            </a:r>
            <a:r>
              <a:rPr lang="zh-TW" altLang="en-US" dirty="0"/>
              <a:t>檔案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49486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D7BE6-0C6A-24C7-EDCE-42FCC8CD5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63FA2D6-6572-94E0-F6B6-6A5BA5019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7639A5D-EDAF-4F81-B67C-950D2048D7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dirty="0"/>
              <a:t>描述 </a:t>
            </a:r>
            <a:r>
              <a:rPr lang="en-US" altLang="zh-TW" dirty="0"/>
              <a:t>RGB </a:t>
            </a:r>
            <a:r>
              <a:rPr lang="zh-TW" altLang="en-US" dirty="0"/>
              <a:t>輸入值與實際亮度響應之間的關係。它可以用 </a:t>
            </a:r>
            <a:r>
              <a:rPr lang="en-US" altLang="zh-TW" dirty="0"/>
              <a:t>Gamma </a:t>
            </a:r>
            <a:r>
              <a:rPr lang="zh-TW" altLang="en-US" dirty="0"/>
              <a:t>函數表示，也可以用 </a:t>
            </a:r>
            <a:r>
              <a:rPr lang="en-US" altLang="zh-TW" dirty="0"/>
              <a:t>LUT </a:t>
            </a:r>
            <a:r>
              <a:rPr lang="zh-TW" altLang="en-US" dirty="0"/>
              <a:t>表示。簡單來說，在進行 </a:t>
            </a:r>
            <a:r>
              <a:rPr lang="en-US" altLang="zh-TW" dirty="0"/>
              <a:t>RGB </a:t>
            </a:r>
            <a:r>
              <a:rPr lang="zh-TW" altLang="en-US" dirty="0"/>
              <a:t>到 </a:t>
            </a:r>
            <a:r>
              <a:rPr lang="en-US" altLang="zh-TW" dirty="0"/>
              <a:t>XYZ </a:t>
            </a:r>
            <a:r>
              <a:rPr lang="zh-TW" altLang="en-US" dirty="0"/>
              <a:t>的轉換時，</a:t>
            </a:r>
            <a:r>
              <a:rPr lang="en-US" altLang="zh-TW" dirty="0"/>
              <a:t>TRC </a:t>
            </a:r>
            <a:r>
              <a:rPr lang="zh-TW" altLang="en-US" dirty="0"/>
              <a:t>可以用來將非線性的 </a:t>
            </a:r>
            <a:r>
              <a:rPr lang="en-US" altLang="zh-TW" dirty="0"/>
              <a:t>RGB </a:t>
            </a:r>
            <a:r>
              <a:rPr lang="zh-TW" altLang="en-US" dirty="0"/>
              <a:t>數值轉換成線性 </a:t>
            </a:r>
            <a:r>
              <a:rPr lang="en-US" altLang="zh-TW" dirty="0"/>
              <a:t>RGB</a:t>
            </a:r>
            <a:r>
              <a:rPr lang="zh-TW" altLang="en-US" dirty="0"/>
              <a:t>。</a:t>
            </a: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dirty="0"/>
              <a:t>描述裝置線性 </a:t>
            </a:r>
            <a:r>
              <a:rPr lang="en-US" altLang="zh-TW" dirty="0"/>
              <a:t>RGB </a:t>
            </a:r>
            <a:r>
              <a:rPr lang="zh-TW" altLang="en-US" dirty="0"/>
              <a:t>與 </a:t>
            </a:r>
            <a:r>
              <a:rPr lang="en-US" altLang="zh-TW" dirty="0"/>
              <a:t>XYZ </a:t>
            </a:r>
            <a:r>
              <a:rPr lang="zh-TW" altLang="en-US" dirty="0"/>
              <a:t>之間的色彩關係，通常以 </a:t>
            </a:r>
            <a:r>
              <a:rPr lang="en-US" altLang="zh-TW" dirty="0"/>
              <a:t>3×3 </a:t>
            </a:r>
            <a:r>
              <a:rPr lang="zh-TW" altLang="en-US" dirty="0"/>
              <a:t>矩陣表示，用來描述 </a:t>
            </a:r>
            <a:r>
              <a:rPr lang="en-US" altLang="zh-TW" dirty="0"/>
              <a:t>RGB </a:t>
            </a:r>
            <a:r>
              <a:rPr lang="zh-TW" altLang="en-US" dirty="0"/>
              <a:t>三原色的色度特性。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8ED7604-660E-D030-99B4-A4E74D119D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0622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C1817-9E04-5A55-E8CC-FD3FF3F82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299D6F9-1619-B844-57EE-48AA0121A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7B0488B-586D-2F37-7E25-09C139D9BB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41146E-6544-F922-461C-1EB94C558E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90530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B7DC1-8982-FBBF-D79C-E8A85E11B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47EDAF3-B8EA-0C16-8FC2-00C5C1AACC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AFC5512-2ACA-40AC-FE98-A0E260C52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3566B9-8C8D-F476-4186-FD06F269D3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45617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951778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74330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749043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369038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086615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896827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890804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Calibration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所需設定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資料：需要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wtpt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XYZRGB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TRCRGB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建立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Calibration Sample Points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：初始是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256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階，一般不會是等距取樣，會是黑色比例大於亮色比例，</a:t>
            </a:r>
            <a:r>
              <a:rPr lang="en-US" altLang="zh-TW" dirty="0"/>
              <a:t>v </a:t>
            </a:r>
            <a:r>
              <a:rPr lang="zh-TW" altLang="en-US" dirty="0"/>
              <a:t>只是</a:t>
            </a:r>
            <a:r>
              <a:rPr lang="en-US" altLang="zh-TW" dirty="0"/>
              <a:t>sample point </a:t>
            </a:r>
            <a:r>
              <a:rPr lang="zh-TW" altLang="en-US" dirty="0"/>
              <a:t>的輸入座標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/>
              <a:t>Jacobian </a:t>
            </a:r>
            <a:r>
              <a:rPr lang="zh-TW" altLang="en-US" dirty="0"/>
              <a:t>：</a:t>
            </a:r>
            <a:r>
              <a:rPr lang="en-US" altLang="zh-TW" dirty="0"/>
              <a:t>RGB </a:t>
            </a:r>
            <a:r>
              <a:rPr lang="zh-TW" altLang="en-US" dirty="0"/>
              <a:t>改變一點點，</a:t>
            </a:r>
            <a:r>
              <a:rPr lang="en-US" altLang="zh-TW" dirty="0"/>
              <a:t>XYZ </a:t>
            </a:r>
            <a:r>
              <a:rPr lang="zh-TW" altLang="en-US" dirty="0"/>
              <a:t>會怎麼改變？後續 </a:t>
            </a:r>
            <a:r>
              <a:rPr lang="en-US" altLang="zh-TW" dirty="0"/>
              <a:t>Feedback </a:t>
            </a:r>
            <a:r>
              <a:rPr lang="zh-TW" altLang="en-US" dirty="0"/>
              <a:t>就可以利用 </a:t>
            </a:r>
            <a:r>
              <a:rPr lang="en-US" altLang="zh-TW" dirty="0"/>
              <a:t>J^{-1} </a:t>
            </a:r>
            <a:r>
              <a:rPr lang="zh-TW" altLang="en-US" dirty="0"/>
              <a:t>將 </a:t>
            </a:r>
            <a:r>
              <a:rPr lang="en-US" altLang="zh-TW" dirty="0"/>
              <a:t>XYZ </a:t>
            </a:r>
            <a:r>
              <a:rPr lang="zh-TW" altLang="en-US" dirty="0"/>
              <a:t>誤差轉換成 </a:t>
            </a:r>
            <a:r>
              <a:rPr lang="en-US" altLang="zh-TW" dirty="0"/>
              <a:t>RGB </a:t>
            </a:r>
            <a:r>
              <a:rPr lang="zh-TW" altLang="en-US" dirty="0"/>
              <a:t>修正量。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91976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785173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711946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17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54148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6.g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BO-CHENG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609602" y="991195"/>
            <a:ext cx="8402051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研究目標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於</a:t>
            </a:r>
            <a:r>
              <a:rPr lang="en-US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ONYX Factory Tool </a:t>
            </a:r>
            <a:r>
              <a:rPr lang="zh-TW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中加入</a:t>
            </a:r>
            <a:r>
              <a:rPr lang="en-US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.</a:t>
            </a:r>
            <a:r>
              <a:rPr lang="en-US" altLang="zh-TW" sz="1800" kern="0" dirty="0" err="1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</a:t>
            </a:r>
            <a:r>
              <a:rPr lang="en-US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/.</a:t>
            </a:r>
            <a:r>
              <a:rPr lang="en-US" altLang="zh-TW" sz="1800" kern="0" dirty="0" err="1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icm</a:t>
            </a:r>
            <a:r>
              <a:rPr lang="en-US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檢視與編輯功能，產出色溫、</a:t>
            </a:r>
            <a:r>
              <a:rPr lang="en-US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 </a:t>
            </a:r>
            <a:r>
              <a:rPr lang="zh-TW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校正檔案，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最終</a:t>
            </a:r>
            <a:r>
              <a:rPr lang="zh-TW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AD board </a:t>
            </a:r>
            <a:r>
              <a:rPr lang="zh-TW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硬體校正結果進行比較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 Profile</a:t>
            </a:r>
          </a:p>
          <a:p>
            <a:pPr lvl="1">
              <a:lnSpc>
                <a:spcPts val="3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是建立開放、廠商中立、跨平台的色彩管理系統架構與元件標準，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能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提供跨平台的 Device Profile 格式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的色彩描述檔案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，使不同裝置之間的色彩資料可以進行轉換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2ECA5CFA-64BC-E5E3-8FED-52AADBD2A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研究目標與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920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639EB24-C1BB-C0D1-86B0-82E9D7094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94" y="1307939"/>
            <a:ext cx="6744810" cy="4922073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09845EE-BEFD-0830-6F6A-014C6C372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429702"/>
              </p:ext>
            </p:extLst>
          </p:nvPr>
        </p:nvGraphicFramePr>
        <p:xfrm>
          <a:off x="7239884" y="1307939"/>
          <a:ext cx="2338794" cy="484267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338794">
                  <a:extLst>
                    <a:ext uri="{9D8B030D-6E8A-4147-A177-3AD203B41FA5}">
                      <a16:colId xmlns:a16="http://schemas.microsoft.com/office/drawing/2014/main" val="3358617967"/>
                    </a:ext>
                  </a:extLst>
                </a:gridCol>
              </a:tblGrid>
              <a:tr h="846997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Profile Header 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128 bytes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6148" marR="96148" marT="48074" marB="48074"/>
                </a:tc>
                <a:extLst>
                  <a:ext uri="{0D108BD9-81ED-4DB2-BD59-A6C34878D82A}">
                    <a16:rowId xmlns:a16="http://schemas.microsoft.com/office/drawing/2014/main" val="1724688990"/>
                  </a:ext>
                </a:extLst>
              </a:tr>
              <a:tr h="1378125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Tag Table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wtpt → offset / size 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rXYZ → offset / size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rTRC → offset / size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…...</a:t>
                      </a:r>
                    </a:p>
                  </a:txBody>
                  <a:tcPr marL="96148" marR="96148" marT="48074" marB="48074"/>
                </a:tc>
                <a:extLst>
                  <a:ext uri="{0D108BD9-81ED-4DB2-BD59-A6C34878D82A}">
                    <a16:rowId xmlns:a16="http://schemas.microsoft.com/office/drawing/2014/main" val="3735960893"/>
                  </a:ext>
                </a:extLst>
              </a:tr>
              <a:tr h="2604129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Tagged Element Data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…...</a:t>
                      </a:r>
                    </a:p>
                  </a:txBody>
                  <a:tcPr marL="96148" marR="96148" marT="48074" marB="48074"/>
                </a:tc>
                <a:extLst>
                  <a:ext uri="{0D108BD9-81ED-4DB2-BD59-A6C34878D82A}">
                    <a16:rowId xmlns:a16="http://schemas.microsoft.com/office/drawing/2014/main" val="29441199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A829EB0E-AACB-4717-2AF1-1A80075824B3}"/>
              </a:ext>
            </a:extLst>
          </p:cNvPr>
          <p:cNvSpPr/>
          <p:nvPr/>
        </p:nvSpPr>
        <p:spPr>
          <a:xfrm>
            <a:off x="452120" y="2000250"/>
            <a:ext cx="3047912" cy="377401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A4A946-AB83-D442-73C2-419DF0200B4A}"/>
              </a:ext>
            </a:extLst>
          </p:cNvPr>
          <p:cNvSpPr/>
          <p:nvPr/>
        </p:nvSpPr>
        <p:spPr>
          <a:xfrm>
            <a:off x="7239883" y="1307940"/>
            <a:ext cx="2338793" cy="83110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557AD61-57FE-CB79-79F2-D22419EF9C7B}"/>
              </a:ext>
            </a:extLst>
          </p:cNvPr>
          <p:cNvSpPr/>
          <p:nvPr/>
        </p:nvSpPr>
        <p:spPr>
          <a:xfrm>
            <a:off x="3567793" y="2000250"/>
            <a:ext cx="3442607" cy="3435350"/>
          </a:xfrm>
          <a:prstGeom prst="rect">
            <a:avLst/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949FE3-DF1E-452A-732C-5B0AB66B81F0}"/>
              </a:ext>
            </a:extLst>
          </p:cNvPr>
          <p:cNvSpPr/>
          <p:nvPr/>
        </p:nvSpPr>
        <p:spPr>
          <a:xfrm>
            <a:off x="7239883" y="2179320"/>
            <a:ext cx="2338793" cy="1363981"/>
          </a:xfrm>
          <a:prstGeom prst="rect">
            <a:avLst/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Display ICC Profile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結構</a:t>
            </a:r>
          </a:p>
        </p:txBody>
      </p:sp>
    </p:spTree>
    <p:extLst>
      <p:ext uri="{BB962C8B-B14F-4D97-AF65-F5344CB8AC3E}">
        <p14:creationId xmlns:p14="http://schemas.microsoft.com/office/powerpoint/2010/main" val="3369118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BEAB9-4E35-7AB7-EE54-74E82B959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版面配置區 6">
            <a:extLst>
              <a:ext uri="{FF2B5EF4-FFF2-40B4-BE49-F238E27FC236}">
                <a16:creationId xmlns:a16="http://schemas.microsoft.com/office/drawing/2014/main" id="{8CC25041-484B-028D-E365-35F32AD88DA6}"/>
              </a:ext>
            </a:extLst>
          </p:cNvPr>
          <p:cNvSpPr txBox="1"/>
          <p:nvPr/>
        </p:nvSpPr>
        <p:spPr>
          <a:xfrm>
            <a:off x="508002" y="1307665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457200" lvl="1" indent="-406400" algn="just">
              <a:lnSpc>
                <a:spcPct val="150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TRC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(Tone Response Curve)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把顯示器實際使用的非線性 RGB code value，轉換成與 PCS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XYZ 的 Y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luminance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關係相符的 linear RGB 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 algn="just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例如：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 algn="just"/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 algn="just"/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Matrix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 algn="just"/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  <a:p>
            <a:pPr marL="533400" lvl="1" indent="0">
              <a:lnSpc>
                <a:spcPct val="150000"/>
              </a:lnSpc>
              <a:buNone/>
            </a:pP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C0E10B67-4895-DEEA-0A4E-8D187E08F60B}"/>
              </a:ext>
            </a:extLst>
          </p:cNvPr>
          <p:cNvGrpSpPr/>
          <p:nvPr/>
        </p:nvGrpSpPr>
        <p:grpSpPr>
          <a:xfrm>
            <a:off x="2198589" y="2789905"/>
            <a:ext cx="6996210" cy="826938"/>
            <a:chOff x="1208421" y="3799390"/>
            <a:chExt cx="7344475" cy="86810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EAD8FDE-BAC0-876F-4587-8CBAB5D895F9}"/>
                </a:ext>
              </a:extLst>
            </p:cNvPr>
            <p:cNvSpPr/>
            <p:nvPr/>
          </p:nvSpPr>
          <p:spPr>
            <a:xfrm>
              <a:off x="1208421" y="3799390"/>
              <a:ext cx="1562582" cy="8681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R</a:t>
              </a:r>
              <a:r>
                <a: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</a:t>
              </a:r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=</a:t>
              </a:r>
              <a:r>
                <a: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</a:t>
              </a:r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0.5</a:t>
              </a:r>
              <a:r>
                <a: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</a:t>
              </a:r>
              <a:r>
                <a: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(127/255)</a:t>
              </a:r>
              <a:endPara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211FECE-805D-4DE7-5329-317233CD1CB4}"/>
                </a:ext>
              </a:extLst>
            </p:cNvPr>
            <p:cNvSpPr/>
            <p:nvPr/>
          </p:nvSpPr>
          <p:spPr>
            <a:xfrm>
              <a:off x="4302917" y="3799390"/>
              <a:ext cx="1562582" cy="8681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R</a:t>
              </a:r>
              <a:r>
                <a:rPr lang="en-US" altLang="zh-TW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L </a:t>
              </a:r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=</a:t>
              </a:r>
              <a:r>
                <a: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</a:t>
              </a:r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R</a:t>
              </a:r>
              <a:r>
                <a:rPr lang="en-US" altLang="zh-TW" baseline="30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2.2</a:t>
              </a:r>
            </a:p>
            <a:p>
              <a:pPr algn="ctr"/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0.218 ≈ 0.5</a:t>
              </a:r>
              <a:r>
                <a:rPr lang="zh-TW" altLang="zh-TW" baseline="30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2.2</a:t>
              </a:r>
              <a:endParaRPr lang="zh-TW" altLang="en-US" baseline="30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DFB61CE-E671-9B90-DDBA-64DE2605725B}"/>
                </a:ext>
              </a:extLst>
            </p:cNvPr>
            <p:cNvSpPr/>
            <p:nvPr/>
          </p:nvSpPr>
          <p:spPr>
            <a:xfrm>
              <a:off x="6990314" y="3799390"/>
              <a:ext cx="1562582" cy="8681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R</a:t>
              </a:r>
              <a:r>
                <a:rPr lang="en-US" altLang="zh-TW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L</a:t>
              </a:r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=</a:t>
              </a:r>
              <a:r>
                <a: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</a:t>
              </a:r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0</a:t>
              </a:r>
              <a:r>
                <a: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.218</a:t>
              </a:r>
              <a:endPara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8755CBCD-89A6-A4CF-B535-C3D84BCDE39D}"/>
                </a:ext>
              </a:extLst>
            </p:cNvPr>
            <p:cNvCxnSpPr>
              <a:stCxn id="4" idx="3"/>
              <a:endCxn id="6" idx="1"/>
            </p:cNvCxnSpPr>
            <p:nvPr/>
          </p:nvCxnSpPr>
          <p:spPr>
            <a:xfrm>
              <a:off x="2771003" y="4233441"/>
              <a:ext cx="1531914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43C321DC-EFCF-71ED-6AA0-C27F2B92914D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5865499" y="4233441"/>
              <a:ext cx="1124815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A9DF41D-9E06-E236-CA43-60889F6EE310}"/>
                </a:ext>
              </a:extLst>
            </p:cNvPr>
            <p:cNvSpPr/>
            <p:nvPr/>
          </p:nvSpPr>
          <p:spPr>
            <a:xfrm>
              <a:off x="2847685" y="3838713"/>
              <a:ext cx="1378549" cy="35540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TW" altLang="zh-TW" sz="16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Gamma = 2.2</a:t>
              </a:r>
              <a:endParaRPr lang="zh-TW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33" name="標題 1">
            <a:extLst>
              <a:ext uri="{FF2B5EF4-FFF2-40B4-BE49-F238E27FC236}">
                <a16:creationId xmlns:a16="http://schemas.microsoft.com/office/drawing/2014/main" id="{FE6A0969-18CA-A43C-E3E0-A72CA997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Display ICC Profile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結構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006D859-0957-02BC-0A72-AE413C459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816" y="4625280"/>
            <a:ext cx="5674449" cy="11074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AEA6F4D-5E5A-9C8D-AC25-FD4659BC3AF6}"/>
                  </a:ext>
                </a:extLst>
              </p:cNvPr>
              <p:cNvSpPr txBox="1"/>
              <p:nvPr/>
            </p:nvSpPr>
            <p:spPr>
              <a:xfrm>
                <a:off x="1471966" y="4133340"/>
                <a:ext cx="199573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000" i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XYZ</m:t>
                      </m:r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000" i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000" i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MRGB</m:t>
                      </m:r>
                      <m:r>
                        <m:rPr>
                          <m:nor/>
                        </m:rPr>
                        <a:rPr lang="en-US" altLang="zh-TW" sz="2000" i="0" baseline="-2500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linear</m:t>
                      </m:r>
                      <m:r>
                        <m:rPr>
                          <m:nor/>
                        </m:rPr>
                        <a:rPr lang="en-US" altLang="zh-TW" sz="2000" i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AEA6F4D-5E5A-9C8D-AC25-FD4659BC3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966" y="4133340"/>
                <a:ext cx="1995739" cy="307777"/>
              </a:xfrm>
              <a:prstGeom prst="rect">
                <a:avLst/>
              </a:prstGeom>
              <a:blipFill>
                <a:blip r:embed="rId4"/>
                <a:stretch>
                  <a:fillRect l="-2134" r="-915" b="-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110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5E878-4E26-12D7-EE94-7C8FB0653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EDA0264E-FAAC-7F32-85AD-9B4946388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Display ICC Profile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結構</a:t>
            </a:r>
          </a:p>
        </p:txBody>
      </p:sp>
      <p:sp>
        <p:nvSpPr>
          <p:cNvPr id="8" name="文字版面配置區 6">
            <a:extLst>
              <a:ext uri="{FF2B5EF4-FFF2-40B4-BE49-F238E27FC236}">
                <a16:creationId xmlns:a16="http://schemas.microsoft.com/office/drawing/2014/main" id="{2DAC1A8A-F13A-5508-510D-5274EB3BC2A2}"/>
              </a:ext>
            </a:extLst>
          </p:cNvPr>
          <p:cNvSpPr txBox="1"/>
          <p:nvPr/>
        </p:nvSpPr>
        <p:spPr>
          <a:xfrm>
            <a:off x="609602" y="14184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esc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 Description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描述這個 ICC Profile 的名稱或識別資訊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prt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Copyright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記錄這個 ICC Profile 的版權資訊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wtpt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edia White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Point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描述該 Profile 所代表媒體白點的 XYZ 色度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資訊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lvl="1" indent="-406400">
              <a:lnSpc>
                <a:spcPct val="150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en-US" altLang="zh-TW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lumi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uminance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表示顯示器亮度資訊，通常以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cd/m²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單位表示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C18273A-6EC9-764F-CB84-A81D1E6A5E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6" r="12908"/>
          <a:stretch/>
        </p:blipFill>
        <p:spPr>
          <a:xfrm>
            <a:off x="5985932" y="1587206"/>
            <a:ext cx="3310466" cy="38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105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24AA7-A8A7-A341-3AC3-0E3E34246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6">
            <a:extLst>
              <a:ext uri="{FF2B5EF4-FFF2-40B4-BE49-F238E27FC236}">
                <a16:creationId xmlns:a16="http://schemas.microsoft.com/office/drawing/2014/main" id="{70AA535C-35C8-9CAA-5BCE-9D60896E7559}"/>
              </a:ext>
            </a:extLst>
          </p:cNvPr>
          <p:cNvSpPr txBox="1"/>
          <p:nvPr/>
        </p:nvSpPr>
        <p:spPr>
          <a:xfrm>
            <a:off x="609602" y="1223724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457200" lvl="1" indent="-406400"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50C616D-3C14-C08D-8569-D9AD85C5DC81}"/>
              </a:ext>
            </a:extLst>
          </p:cNvPr>
          <p:cNvSpPr/>
          <p:nvPr/>
        </p:nvSpPr>
        <p:spPr>
          <a:xfrm>
            <a:off x="538481" y="3289586"/>
            <a:ext cx="1747520" cy="9194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 Profile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4440B2-D934-67C7-39A3-FE56C3443B86}"/>
              </a:ext>
            </a:extLst>
          </p:cNvPr>
          <p:cNvSpPr/>
          <p:nvPr/>
        </p:nvSpPr>
        <p:spPr>
          <a:xfrm>
            <a:off x="3423921" y="2156174"/>
            <a:ext cx="1747520" cy="9194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Color Management Module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DD2B38-5863-2279-1592-91EB1F252E2D}"/>
              </a:ext>
            </a:extLst>
          </p:cNvPr>
          <p:cNvSpPr/>
          <p:nvPr/>
        </p:nvSpPr>
        <p:spPr>
          <a:xfrm>
            <a:off x="3423921" y="4338876"/>
            <a:ext cx="1747520" cy="91948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OS/GPU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CE50360-4991-7137-8AAB-9BACBD0D98BF}"/>
              </a:ext>
            </a:extLst>
          </p:cNvPr>
          <p:cNvSpPr/>
          <p:nvPr/>
        </p:nvSpPr>
        <p:spPr>
          <a:xfrm>
            <a:off x="7071361" y="2156174"/>
            <a:ext cx="1747520" cy="9194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Display RGB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E5CC085-F68F-A65E-FCB3-C00C72B7D390}"/>
              </a:ext>
            </a:extLst>
          </p:cNvPr>
          <p:cNvSpPr/>
          <p:nvPr/>
        </p:nvSpPr>
        <p:spPr>
          <a:xfrm>
            <a:off x="7071361" y="4338876"/>
            <a:ext cx="1747520" cy="91948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Corrected RGB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6668260-2771-F381-C71B-D54F678C8A36}"/>
              </a:ext>
            </a:extLst>
          </p:cNvPr>
          <p:cNvSpPr txBox="1"/>
          <p:nvPr/>
        </p:nvSpPr>
        <p:spPr>
          <a:xfrm>
            <a:off x="5639592" y="4884798"/>
            <a:ext cx="11112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Calibration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78ECEDB-098A-A787-87A8-96D722F9D4AF}"/>
              </a:ext>
            </a:extLst>
          </p:cNvPr>
          <p:cNvSpPr txBox="1"/>
          <p:nvPr/>
        </p:nvSpPr>
        <p:spPr>
          <a:xfrm>
            <a:off x="5337372" y="2110033"/>
            <a:ext cx="16514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Color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Conversion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0124EDF-B4FC-F6C1-EB1E-C16D8613D5B9}"/>
              </a:ext>
            </a:extLst>
          </p:cNvPr>
          <p:cNvSpPr txBox="1"/>
          <p:nvPr/>
        </p:nvSpPr>
        <p:spPr>
          <a:xfrm>
            <a:off x="1597480" y="2196636"/>
            <a:ext cx="19697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TRC / XYZ / wtpt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04DC6C4-F258-3DB0-B9DD-DEC53EDBA4C2}"/>
              </a:ext>
            </a:extLst>
          </p:cNvPr>
          <p:cNvSpPr txBox="1"/>
          <p:nvPr/>
        </p:nvSpPr>
        <p:spPr>
          <a:xfrm>
            <a:off x="1118873" y="4919551"/>
            <a:ext cx="23374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VCGT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MS00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MHC2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…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8" name="標題 1">
            <a:extLst>
              <a:ext uri="{FF2B5EF4-FFF2-40B4-BE49-F238E27FC236}">
                <a16:creationId xmlns:a16="http://schemas.microsoft.com/office/drawing/2014/main" id="{8D095D36-8CDE-8903-759D-B3DC69784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ICC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架構</a:t>
            </a: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6D20DBCA-6384-9E49-44A5-B651C92313FD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5171441" y="4798616"/>
            <a:ext cx="189992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07A16EC5-F29F-9583-72F5-FFE82D567074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5171441" y="2615914"/>
            <a:ext cx="18999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CD68CE2B-EDE8-D826-AB19-B6FAE4FE733F}"/>
              </a:ext>
            </a:extLst>
          </p:cNvPr>
          <p:cNvCxnSpPr>
            <a:cxnSpLocks/>
            <a:stCxn id="3" idx="1"/>
            <a:endCxn id="12" idx="3"/>
          </p:cNvCxnSpPr>
          <p:nvPr/>
        </p:nvCxnSpPr>
        <p:spPr>
          <a:xfrm rot="10800000" flipV="1">
            <a:off x="2286001" y="2615914"/>
            <a:ext cx="1137920" cy="1133412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834256DB-2ECB-B600-2909-4DADCB795645}"/>
              </a:ext>
            </a:extLst>
          </p:cNvPr>
          <p:cNvCxnSpPr>
            <a:cxnSpLocks/>
            <a:stCxn id="5" idx="1"/>
            <a:endCxn id="12" idx="3"/>
          </p:cNvCxnSpPr>
          <p:nvPr/>
        </p:nvCxnSpPr>
        <p:spPr>
          <a:xfrm rot="10800000">
            <a:off x="2286001" y="3749326"/>
            <a:ext cx="1137920" cy="1049290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4968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DisplayCAL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FEDFB633-2563-4B81-6A49-DCC452247D25}"/>
              </a:ext>
            </a:extLst>
          </p:cNvPr>
          <p:cNvSpPr txBox="1"/>
          <p:nvPr/>
        </p:nvSpPr>
        <p:spPr>
          <a:xfrm>
            <a:off x="609602" y="935858"/>
            <a:ext cx="4004731" cy="672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DisplayCAL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軟體校正流程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38617A3-BEC8-75FF-D84E-E2B6A66A65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51" b="14376"/>
          <a:stretch/>
        </p:blipFill>
        <p:spPr>
          <a:xfrm>
            <a:off x="6082787" y="1528525"/>
            <a:ext cx="2625434" cy="269966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CF60E74-4101-FA8D-693A-DF8294D76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291" y="4385734"/>
            <a:ext cx="2616913" cy="1962684"/>
          </a:xfrm>
          <a:prstGeom prst="rect">
            <a:avLst/>
          </a:prstGeom>
        </p:spPr>
      </p:pic>
      <p:grpSp>
        <p:nvGrpSpPr>
          <p:cNvPr id="11" name="群組 10">
            <a:extLst>
              <a:ext uri="{FF2B5EF4-FFF2-40B4-BE49-F238E27FC236}">
                <a16:creationId xmlns:a16="http://schemas.microsoft.com/office/drawing/2014/main" id="{9C905F1E-947E-EBA9-7979-AEDA8750B391}"/>
              </a:ext>
            </a:extLst>
          </p:cNvPr>
          <p:cNvGrpSpPr/>
          <p:nvPr/>
        </p:nvGrpSpPr>
        <p:grpSpPr>
          <a:xfrm>
            <a:off x="1186542" y="1528525"/>
            <a:ext cx="4749803" cy="4819894"/>
            <a:chOff x="1117600" y="1469258"/>
            <a:chExt cx="4749803" cy="4819894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AEF40E0A-D220-62E9-2407-BDEBBBC48F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78" r="30508"/>
            <a:stretch/>
          </p:blipFill>
          <p:spPr>
            <a:xfrm>
              <a:off x="1117600" y="1469258"/>
              <a:ext cx="4749803" cy="4819894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788B5EF-BE77-F6F5-9F48-EAFC0F8373A4}"/>
                </a:ext>
              </a:extLst>
            </p:cNvPr>
            <p:cNvSpPr/>
            <p:nvPr/>
          </p:nvSpPr>
          <p:spPr>
            <a:xfrm>
              <a:off x="1762702" y="4401699"/>
              <a:ext cx="1707120" cy="16569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67A744A-A8EF-C1C4-C99F-1658A76B416F}"/>
                </a:ext>
              </a:extLst>
            </p:cNvPr>
            <p:cNvSpPr/>
            <p:nvPr/>
          </p:nvSpPr>
          <p:spPr>
            <a:xfrm flipV="1">
              <a:off x="1210401" y="5154840"/>
              <a:ext cx="2907122" cy="16569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88158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B361B4DF-3145-D829-F41F-4DFE4B01E588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 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色溫校正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在不同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與色溫下量測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校正後的色溫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色溫誤差都在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300K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以內，符合標準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軟體校正結果</a:t>
            </a:r>
          </a:p>
        </p:txBody>
      </p:sp>
      <p:graphicFrame>
        <p:nvGraphicFramePr>
          <p:cNvPr id="2" name="表格 24">
            <a:extLst>
              <a:ext uri="{FF2B5EF4-FFF2-40B4-BE49-F238E27FC236}">
                <a16:creationId xmlns:a16="http://schemas.microsoft.com/office/drawing/2014/main" id="{E1D31DB3-F9C5-1A79-A106-241D304FB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46943"/>
              </p:ext>
            </p:extLst>
          </p:nvPr>
        </p:nvGraphicFramePr>
        <p:xfrm>
          <a:off x="3010867" y="2389010"/>
          <a:ext cx="3884265" cy="39760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21072">
                  <a:extLst>
                    <a:ext uri="{9D8B030D-6E8A-4147-A177-3AD203B41FA5}">
                      <a16:colId xmlns:a16="http://schemas.microsoft.com/office/drawing/2014/main" val="58910734"/>
                    </a:ext>
                  </a:extLst>
                </a:gridCol>
                <a:gridCol w="1174931">
                  <a:extLst>
                    <a:ext uri="{9D8B030D-6E8A-4147-A177-3AD203B41FA5}">
                      <a16:colId xmlns:a16="http://schemas.microsoft.com/office/drawing/2014/main" val="2217758771"/>
                    </a:ext>
                  </a:extLst>
                </a:gridCol>
                <a:gridCol w="1688262">
                  <a:extLst>
                    <a:ext uri="{9D8B030D-6E8A-4147-A177-3AD203B41FA5}">
                      <a16:colId xmlns:a16="http://schemas.microsoft.com/office/drawing/2014/main" val="3036497903"/>
                    </a:ext>
                  </a:extLst>
                </a:gridCol>
              </a:tblGrid>
              <a:tr h="3066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TW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色溫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TW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量測色溫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4047486063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1.8</a:t>
                      </a:r>
                      <a:endParaRPr lang="zh-TW" sz="1800" b="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5400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5352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100759405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/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6500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6419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4097251436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/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9300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9046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4244588434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2.0</a:t>
                      </a: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5400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5351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4100677602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/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6500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6545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4090125723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/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9300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9045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189583938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2.2</a:t>
                      </a:r>
                      <a:endParaRPr lang="zh-TW" sz="1800" b="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5400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5314</a:t>
                      </a:r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1098664419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/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6500</a:t>
                      </a:r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6452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1683948243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/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9300</a:t>
                      </a:r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9047</a:t>
                      </a:r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785709647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2.6</a:t>
                      </a:r>
                      <a:endParaRPr lang="zh-TW" sz="1800" b="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5400</a:t>
                      </a:r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5404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559488585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/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6500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6544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3354390549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/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9300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9048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682335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6607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B361B4DF-3145-D829-F41F-4DFE4B01E588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 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色溫校正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在不同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與色溫下量測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校正後的色溫與 </a:t>
            </a:r>
            <a:r>
              <a:rPr lang="en-US" altLang="zh-TW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Gamme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色溫誤差都在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300K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以內，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誤差都在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± 0.05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，符合標準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軟體校正結果</a:t>
            </a:r>
          </a:p>
        </p:txBody>
      </p:sp>
      <p:graphicFrame>
        <p:nvGraphicFramePr>
          <p:cNvPr id="2" name="表格 24">
            <a:extLst>
              <a:ext uri="{FF2B5EF4-FFF2-40B4-BE49-F238E27FC236}">
                <a16:creationId xmlns:a16="http://schemas.microsoft.com/office/drawing/2014/main" id="{A35A7D0E-9FC1-7B36-C15E-0626CB3776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712"/>
              </p:ext>
            </p:extLst>
          </p:nvPr>
        </p:nvGraphicFramePr>
        <p:xfrm>
          <a:off x="2255522" y="2387609"/>
          <a:ext cx="5288277" cy="40030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90530">
                  <a:extLst>
                    <a:ext uri="{9D8B030D-6E8A-4147-A177-3AD203B41FA5}">
                      <a16:colId xmlns:a16="http://schemas.microsoft.com/office/drawing/2014/main" val="58910734"/>
                    </a:ext>
                  </a:extLst>
                </a:gridCol>
                <a:gridCol w="890530">
                  <a:extLst>
                    <a:ext uri="{9D8B030D-6E8A-4147-A177-3AD203B41FA5}">
                      <a16:colId xmlns:a16="http://schemas.microsoft.com/office/drawing/2014/main" val="1964622646"/>
                    </a:ext>
                  </a:extLst>
                </a:gridCol>
                <a:gridCol w="1024717">
                  <a:extLst>
                    <a:ext uri="{9D8B030D-6E8A-4147-A177-3AD203B41FA5}">
                      <a16:colId xmlns:a16="http://schemas.microsoft.com/office/drawing/2014/main" val="2217758771"/>
                    </a:ext>
                  </a:extLst>
                </a:gridCol>
                <a:gridCol w="1010079">
                  <a:extLst>
                    <a:ext uri="{9D8B030D-6E8A-4147-A177-3AD203B41FA5}">
                      <a16:colId xmlns:a16="http://schemas.microsoft.com/office/drawing/2014/main" val="3439045141"/>
                    </a:ext>
                  </a:extLst>
                </a:gridCol>
                <a:gridCol w="1472421">
                  <a:extLst>
                    <a:ext uri="{9D8B030D-6E8A-4147-A177-3AD203B41FA5}">
                      <a16:colId xmlns:a16="http://schemas.microsoft.com/office/drawing/2014/main" val="3036497903"/>
                    </a:ext>
                  </a:extLst>
                </a:gridCol>
              </a:tblGrid>
              <a:tr h="3079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Gamma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色溫</a:t>
                      </a:r>
                      <a:endParaRPr lang="zh-TW" altLang="en-US" sz="16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量測色溫</a:t>
                      </a:r>
                      <a:endParaRPr lang="zh-TW" altLang="en-US" sz="16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256</a:t>
                      </a:r>
                      <a:r>
                        <a:rPr lang="zh-TW" alt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</a:t>
                      </a:r>
                      <a:endParaRPr lang="zh-TW" altLang="en-US" sz="16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時間</a:t>
                      </a:r>
                      <a:endParaRPr lang="zh-TW" alt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extLst>
                  <a:ext uri="{0D108BD9-81ED-4DB2-BD59-A6C34878D82A}">
                    <a16:rowId xmlns:a16="http://schemas.microsoft.com/office/drawing/2014/main" val="4047486063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1.8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5400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5346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1.82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11:38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759405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6500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6628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1.83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10:31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97251436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9300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9090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1.82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10:57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44588434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2.0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5400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5374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2.00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10:22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00677602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6500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6587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2.00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12:01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90125723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9300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9094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1.98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11:07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9583938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2.2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5400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5381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2.24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12:37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98664419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6500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6472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2.19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11:01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83948243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9300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9103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2.19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11:08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85709647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2.6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5400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5373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2.57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15:07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59488585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6500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6608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2.59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12:23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54390549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9300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9103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2.61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12:19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82335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1194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B361B4DF-3145-D829-F41F-4DFE4B01E588}"/>
              </a:ext>
            </a:extLst>
          </p:cNvPr>
          <p:cNvSpPr txBox="1"/>
          <p:nvPr/>
        </p:nvSpPr>
        <p:spPr>
          <a:xfrm>
            <a:off x="609602" y="10120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1.8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6500 K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校正曲線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軟體校正結果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2E017FB-B712-DF9A-F5B1-EB4AC4D3F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40" y="2272012"/>
            <a:ext cx="2791171" cy="2740256"/>
          </a:xfrm>
          <a:prstGeom prst="rect">
            <a:avLst/>
          </a:prstGeom>
        </p:spPr>
      </p:pic>
      <p:graphicFrame>
        <p:nvGraphicFramePr>
          <p:cNvPr id="14" name="圖表 13">
            <a:extLst>
              <a:ext uri="{FF2B5EF4-FFF2-40B4-BE49-F238E27FC236}">
                <a16:creationId xmlns:a16="http://schemas.microsoft.com/office/drawing/2014/main" id="{C2329FF0-5A8E-0537-5FEC-9FBECBD355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0606297"/>
              </p:ext>
            </p:extLst>
          </p:nvPr>
        </p:nvGraphicFramePr>
        <p:xfrm>
          <a:off x="2929469" y="1698029"/>
          <a:ext cx="6913190" cy="4147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742507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B361B4DF-3145-D829-F41F-4DFE4B01E588}"/>
              </a:ext>
            </a:extLst>
          </p:cNvPr>
          <p:cNvSpPr txBox="1"/>
          <p:nvPr/>
        </p:nvSpPr>
        <p:spPr>
          <a:xfrm>
            <a:off x="609602" y="10120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2.0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6500 K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校正曲線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軟體校正結果</a:t>
            </a:r>
          </a:p>
        </p:txBody>
      </p:sp>
      <p:graphicFrame>
        <p:nvGraphicFramePr>
          <p:cNvPr id="5" name="圖表 4">
            <a:extLst>
              <a:ext uri="{FF2B5EF4-FFF2-40B4-BE49-F238E27FC236}">
                <a16:creationId xmlns:a16="http://schemas.microsoft.com/office/drawing/2014/main" id="{3355B8C3-1857-5038-2E84-3C02C53CD2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8899727"/>
              </p:ext>
            </p:extLst>
          </p:nvPr>
        </p:nvGraphicFramePr>
        <p:xfrm>
          <a:off x="2929468" y="1698030"/>
          <a:ext cx="6913190" cy="4147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9342B10B-322B-6B2C-87D9-F6B42017C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58" y="2218266"/>
            <a:ext cx="2933926" cy="316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807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B361B4DF-3145-D829-F41F-4DFE4B01E588}"/>
              </a:ext>
            </a:extLst>
          </p:cNvPr>
          <p:cNvSpPr txBox="1"/>
          <p:nvPr/>
        </p:nvSpPr>
        <p:spPr>
          <a:xfrm>
            <a:off x="609602" y="10120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2.2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6500 K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校正曲線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軟體校正結果</a:t>
            </a:r>
          </a:p>
        </p:txBody>
      </p:sp>
      <p:graphicFrame>
        <p:nvGraphicFramePr>
          <p:cNvPr id="11" name="圖表 10">
            <a:extLst>
              <a:ext uri="{FF2B5EF4-FFF2-40B4-BE49-F238E27FC236}">
                <a16:creationId xmlns:a16="http://schemas.microsoft.com/office/drawing/2014/main" id="{D096686D-B536-B116-8BF4-7603BEB97C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168664"/>
              </p:ext>
            </p:extLst>
          </p:nvPr>
        </p:nvGraphicFramePr>
        <p:xfrm>
          <a:off x="2916911" y="1698028"/>
          <a:ext cx="6925748" cy="4147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75F55A29-BA18-8DA5-FA3F-21D3C95990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" y="1769908"/>
            <a:ext cx="2769995" cy="400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103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B361B4DF-3145-D829-F41F-4DFE4B01E588}"/>
              </a:ext>
            </a:extLst>
          </p:cNvPr>
          <p:cNvSpPr txBox="1"/>
          <p:nvPr/>
        </p:nvSpPr>
        <p:spPr>
          <a:xfrm>
            <a:off x="609602" y="10120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2.6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6500 K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校正曲線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軟體校正結果</a:t>
            </a:r>
          </a:p>
        </p:txBody>
      </p:sp>
      <p:graphicFrame>
        <p:nvGraphicFramePr>
          <p:cNvPr id="12" name="圖表 11">
            <a:extLst>
              <a:ext uri="{FF2B5EF4-FFF2-40B4-BE49-F238E27FC236}">
                <a16:creationId xmlns:a16="http://schemas.microsoft.com/office/drawing/2014/main" id="{9028FDF6-23E4-E304-A213-7655F4E189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6825398"/>
              </p:ext>
            </p:extLst>
          </p:nvPr>
        </p:nvGraphicFramePr>
        <p:xfrm>
          <a:off x="2929469" y="1698028"/>
          <a:ext cx="6913190" cy="4147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圖片 3">
            <a:extLst>
              <a:ext uri="{FF2B5EF4-FFF2-40B4-BE49-F238E27FC236}">
                <a16:creationId xmlns:a16="http://schemas.microsoft.com/office/drawing/2014/main" id="{E5555E5C-DBDB-9ACF-689B-7CE7919376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02" y="1556181"/>
            <a:ext cx="2473720" cy="470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667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VCGT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flow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chart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流程圖: 程序 4">
            <a:extLst>
              <a:ext uri="{FF2B5EF4-FFF2-40B4-BE49-F238E27FC236}">
                <a16:creationId xmlns:a16="http://schemas.microsoft.com/office/drawing/2014/main" id="{F296CB62-DB90-E99E-5FB8-BA8F08338E28}"/>
              </a:ext>
            </a:extLst>
          </p:cNvPr>
          <p:cNvSpPr/>
          <p:nvPr/>
        </p:nvSpPr>
        <p:spPr>
          <a:xfrm>
            <a:off x="1243860" y="2492514"/>
            <a:ext cx="1722786" cy="840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取得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Calibration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所需設定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</a:t>
            </a:r>
          </a:p>
        </p:txBody>
      </p:sp>
      <p:sp>
        <p:nvSpPr>
          <p:cNvPr id="6" name="流程圖: 替代程序 5">
            <a:extLst>
              <a:ext uri="{FF2B5EF4-FFF2-40B4-BE49-F238E27FC236}">
                <a16:creationId xmlns:a16="http://schemas.microsoft.com/office/drawing/2014/main" id="{CB6D6E01-4F0A-49D4-9F4B-4FFA3D4DB683}"/>
              </a:ext>
            </a:extLst>
          </p:cNvPr>
          <p:cNvSpPr/>
          <p:nvPr/>
        </p:nvSpPr>
        <p:spPr>
          <a:xfrm>
            <a:off x="1243860" y="1271473"/>
            <a:ext cx="1722786" cy="84087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Calibration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開始</a:t>
            </a:r>
          </a:p>
        </p:txBody>
      </p:sp>
      <p:sp>
        <p:nvSpPr>
          <p:cNvPr id="9" name="流程圖: 程序 8">
            <a:extLst>
              <a:ext uri="{FF2B5EF4-FFF2-40B4-BE49-F238E27FC236}">
                <a16:creationId xmlns:a16="http://schemas.microsoft.com/office/drawing/2014/main" id="{C27EFD4E-4E72-A107-A9BD-E035459415CD}"/>
              </a:ext>
            </a:extLst>
          </p:cNvPr>
          <p:cNvSpPr/>
          <p:nvPr/>
        </p:nvSpPr>
        <p:spPr>
          <a:xfrm>
            <a:off x="1243860" y="3713555"/>
            <a:ext cx="1722786" cy="840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建立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Calibration Sample Points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流程圖: 程序 10">
            <a:extLst>
              <a:ext uri="{FF2B5EF4-FFF2-40B4-BE49-F238E27FC236}">
                <a16:creationId xmlns:a16="http://schemas.microsoft.com/office/drawing/2014/main" id="{D94B45F5-5FC1-B8CE-2885-4DF8F619978B}"/>
              </a:ext>
            </a:extLst>
          </p:cNvPr>
          <p:cNvSpPr/>
          <p:nvPr/>
        </p:nvSpPr>
        <p:spPr>
          <a:xfrm>
            <a:off x="1243860" y="4934596"/>
            <a:ext cx="1722786" cy="840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建立每個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Sample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Target XYZ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流程圖: 接點 13">
            <a:extLst>
              <a:ext uri="{FF2B5EF4-FFF2-40B4-BE49-F238E27FC236}">
                <a16:creationId xmlns:a16="http://schemas.microsoft.com/office/drawing/2014/main" id="{45826B55-606A-407D-FC30-0501689EDCEF}"/>
              </a:ext>
            </a:extLst>
          </p:cNvPr>
          <p:cNvSpPr/>
          <p:nvPr/>
        </p:nvSpPr>
        <p:spPr>
          <a:xfrm>
            <a:off x="1851252" y="6155637"/>
            <a:ext cx="508001" cy="508001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A1</a:t>
            </a:r>
            <a:endParaRPr lang="zh-TW" altLang="en-US" sz="11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61AE7BFE-5310-D7D6-44D3-FF956F1BFDA8}"/>
              </a:ext>
            </a:extLst>
          </p:cNvPr>
          <p:cNvCxnSpPr>
            <a:stCxn id="6" idx="2"/>
            <a:endCxn id="5" idx="0"/>
          </p:cNvCxnSpPr>
          <p:nvPr/>
        </p:nvCxnSpPr>
        <p:spPr>
          <a:xfrm>
            <a:off x="2105253" y="2112343"/>
            <a:ext cx="0" cy="38017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流程圖: 文件 26">
            <a:extLst>
              <a:ext uri="{FF2B5EF4-FFF2-40B4-BE49-F238E27FC236}">
                <a16:creationId xmlns:a16="http://schemas.microsoft.com/office/drawing/2014/main" id="{9934E225-D1E8-F3E5-505F-6DBCE5446A78}"/>
              </a:ext>
            </a:extLst>
          </p:cNvPr>
          <p:cNvSpPr/>
          <p:nvPr/>
        </p:nvSpPr>
        <p:spPr>
          <a:xfrm>
            <a:off x="3991808" y="3679367"/>
            <a:ext cx="1862874" cy="909245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Csamp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會決定要多少取樣點，每一個 </a:t>
            </a:r>
            <a:r>
              <a:rPr lang="en-US" altLang="zh-TW" sz="12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csp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代表一個 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calibration sample point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A3F02008-971B-4EF4-1D6B-F575ADF7CAFE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2105253" y="4554425"/>
            <a:ext cx="0" cy="38017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EB4D4B99-AF4C-178A-0E57-A19699E4BA0F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2105253" y="3333384"/>
            <a:ext cx="0" cy="38017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2187C58A-CAE9-52A0-4CE5-0E4D9C0E9ED3}"/>
              </a:ext>
            </a:extLst>
          </p:cNvPr>
          <p:cNvCxnSpPr>
            <a:cxnSpLocks/>
            <a:stCxn id="27" idx="1"/>
            <a:endCxn id="9" idx="3"/>
          </p:cNvCxnSpPr>
          <p:nvPr/>
        </p:nvCxnSpPr>
        <p:spPr>
          <a:xfrm flipH="1">
            <a:off x="2966646" y="4133990"/>
            <a:ext cx="102516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ABCF00EF-59E7-2F65-39B5-602E0DF32D06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>
            <a:off x="2105253" y="5775466"/>
            <a:ext cx="0" cy="38017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流程圖: 接點 42">
            <a:extLst>
              <a:ext uri="{FF2B5EF4-FFF2-40B4-BE49-F238E27FC236}">
                <a16:creationId xmlns:a16="http://schemas.microsoft.com/office/drawing/2014/main" id="{A7A3E250-7A41-B4D4-D358-8CCE428BC186}"/>
              </a:ext>
            </a:extLst>
          </p:cNvPr>
          <p:cNvSpPr/>
          <p:nvPr/>
        </p:nvSpPr>
        <p:spPr>
          <a:xfrm>
            <a:off x="7337651" y="445235"/>
            <a:ext cx="508001" cy="508001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A1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4" name="流程圖: 程序 43">
            <a:extLst>
              <a:ext uri="{FF2B5EF4-FFF2-40B4-BE49-F238E27FC236}">
                <a16:creationId xmlns:a16="http://schemas.microsoft.com/office/drawing/2014/main" id="{1493BC5D-5FAE-0C18-3387-90C3D4F9631B}"/>
              </a:ext>
            </a:extLst>
          </p:cNvPr>
          <p:cNvSpPr/>
          <p:nvPr/>
        </p:nvSpPr>
        <p:spPr>
          <a:xfrm>
            <a:off x="6730259" y="1271473"/>
            <a:ext cx="1722786" cy="840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由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Target XYZ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求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Initial RGB</a:t>
            </a:r>
            <a:endParaRPr lang="zh-TW" altLang="en-US" sz="1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5" name="流程圖: 文件 44">
            <a:extLst>
              <a:ext uri="{FF2B5EF4-FFF2-40B4-BE49-F238E27FC236}">
                <a16:creationId xmlns:a16="http://schemas.microsoft.com/office/drawing/2014/main" id="{72B481D6-D07B-9316-FD71-88035686960F}"/>
              </a:ext>
            </a:extLst>
          </p:cNvPr>
          <p:cNvSpPr/>
          <p:nvPr/>
        </p:nvSpPr>
        <p:spPr>
          <a:xfrm>
            <a:off x="3991804" y="4900409"/>
            <a:ext cx="1862871" cy="909244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 + Calibration Target Parameters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Target XYZ</a:t>
            </a:r>
            <a:endParaRPr lang="zh-TW" altLang="en-US" sz="1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90CD20E0-FE3F-6FA3-8E8D-C59AF6EC3274}"/>
              </a:ext>
            </a:extLst>
          </p:cNvPr>
          <p:cNvCxnSpPr>
            <a:cxnSpLocks/>
            <a:stCxn id="45" idx="1"/>
            <a:endCxn id="11" idx="3"/>
          </p:cNvCxnSpPr>
          <p:nvPr/>
        </p:nvCxnSpPr>
        <p:spPr>
          <a:xfrm flipH="1">
            <a:off x="2966646" y="5355031"/>
            <a:ext cx="102515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2" name="流程圖: 程序 51">
            <a:extLst>
              <a:ext uri="{FF2B5EF4-FFF2-40B4-BE49-F238E27FC236}">
                <a16:creationId xmlns:a16="http://schemas.microsoft.com/office/drawing/2014/main" id="{0CBE0B95-EBC0-3102-DFE0-A43CCE7378F1}"/>
              </a:ext>
            </a:extLst>
          </p:cNvPr>
          <p:cNvSpPr/>
          <p:nvPr/>
        </p:nvSpPr>
        <p:spPr>
          <a:xfrm>
            <a:off x="6730258" y="2492514"/>
            <a:ext cx="1722786" cy="840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建立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 → XYZ 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 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Jacobian</a:t>
            </a:r>
            <a:endParaRPr lang="zh-TW" altLang="en-US" sz="1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329B7091-A186-91C1-AF96-F2597FCF9691}"/>
              </a:ext>
            </a:extLst>
          </p:cNvPr>
          <p:cNvCxnSpPr>
            <a:cxnSpLocks/>
            <a:stCxn id="43" idx="4"/>
            <a:endCxn id="44" idx="0"/>
          </p:cNvCxnSpPr>
          <p:nvPr/>
        </p:nvCxnSpPr>
        <p:spPr>
          <a:xfrm>
            <a:off x="7591652" y="953236"/>
            <a:ext cx="0" cy="31823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5082F9B5-EC33-D006-D70C-B401982DC364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 flipH="1">
            <a:off x="7591651" y="2112343"/>
            <a:ext cx="1" cy="38017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9" name="流程圖: 文件 58">
            <a:extLst>
              <a:ext uri="{FF2B5EF4-FFF2-40B4-BE49-F238E27FC236}">
                <a16:creationId xmlns:a16="http://schemas.microsoft.com/office/drawing/2014/main" id="{74C997BB-BFC9-4CF6-EF61-7F1119CEA669}"/>
              </a:ext>
            </a:extLst>
          </p:cNvPr>
          <p:cNvSpPr/>
          <p:nvPr/>
        </p:nvSpPr>
        <p:spPr>
          <a:xfrm>
            <a:off x="4005992" y="1237285"/>
            <a:ext cx="1862874" cy="909245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Target XYZ → Matrix Inverse → Linear RGB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05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</a:t>
            </a:r>
            <a:r>
              <a:rPr lang="zh-TW" altLang="en-US" sz="105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inverse TRC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05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</a:t>
            </a:r>
            <a:r>
              <a:rPr lang="zh-TW" altLang="en-US" sz="105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05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endParaRPr lang="zh-TW" altLang="en-US" sz="105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E4704A53-60E5-426C-8527-41B5EDC8718B}"/>
              </a:ext>
            </a:extLst>
          </p:cNvPr>
          <p:cNvCxnSpPr>
            <a:cxnSpLocks/>
            <a:stCxn id="59" idx="3"/>
            <a:endCxn id="44" idx="1"/>
          </p:cNvCxnSpPr>
          <p:nvPr/>
        </p:nvCxnSpPr>
        <p:spPr>
          <a:xfrm>
            <a:off x="5868866" y="1691908"/>
            <a:ext cx="861393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流程圖: 換頁接點 65">
            <a:extLst>
              <a:ext uri="{FF2B5EF4-FFF2-40B4-BE49-F238E27FC236}">
                <a16:creationId xmlns:a16="http://schemas.microsoft.com/office/drawing/2014/main" id="{337A2D68-52B5-350C-A834-ADB4C8424772}"/>
              </a:ext>
            </a:extLst>
          </p:cNvPr>
          <p:cNvSpPr/>
          <p:nvPr/>
        </p:nvSpPr>
        <p:spPr>
          <a:xfrm>
            <a:off x="7350223" y="3679367"/>
            <a:ext cx="508001" cy="508001"/>
          </a:xfrm>
          <a:prstGeom prst="flowChartOffpage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B1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C6160317-19C4-7893-9455-CB4437CCFCCF}"/>
              </a:ext>
            </a:extLst>
          </p:cNvPr>
          <p:cNvCxnSpPr>
            <a:cxnSpLocks/>
            <a:stCxn id="52" idx="2"/>
            <a:endCxn id="66" idx="0"/>
          </p:cNvCxnSpPr>
          <p:nvPr/>
        </p:nvCxnSpPr>
        <p:spPr>
          <a:xfrm>
            <a:off x="7591651" y="3333384"/>
            <a:ext cx="12573" cy="34598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5863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VCGT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flow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chart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流程圖: 程序 4">
            <a:extLst>
              <a:ext uri="{FF2B5EF4-FFF2-40B4-BE49-F238E27FC236}">
                <a16:creationId xmlns:a16="http://schemas.microsoft.com/office/drawing/2014/main" id="{F296CB62-DB90-E99E-5FB8-BA8F08338E28}"/>
              </a:ext>
            </a:extLst>
          </p:cNvPr>
          <p:cNvSpPr/>
          <p:nvPr/>
        </p:nvSpPr>
        <p:spPr>
          <a:xfrm>
            <a:off x="1186382" y="3240894"/>
            <a:ext cx="1722786" cy="840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Measured XYZ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流程圖: 替代程序 5">
            <a:extLst>
              <a:ext uri="{FF2B5EF4-FFF2-40B4-BE49-F238E27FC236}">
                <a16:creationId xmlns:a16="http://schemas.microsoft.com/office/drawing/2014/main" id="{CB6D6E01-4F0A-49D4-9F4B-4FFA3D4DB683}"/>
              </a:ext>
            </a:extLst>
          </p:cNvPr>
          <p:cNvSpPr/>
          <p:nvPr/>
        </p:nvSpPr>
        <p:spPr>
          <a:xfrm>
            <a:off x="1186382" y="2019853"/>
            <a:ext cx="1722786" cy="84087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儀器量測開始</a:t>
            </a:r>
          </a:p>
        </p:txBody>
      </p:sp>
      <p:sp>
        <p:nvSpPr>
          <p:cNvPr id="9" name="流程圖: 程序 8">
            <a:extLst>
              <a:ext uri="{FF2B5EF4-FFF2-40B4-BE49-F238E27FC236}">
                <a16:creationId xmlns:a16="http://schemas.microsoft.com/office/drawing/2014/main" id="{C27EFD4E-4E72-A107-A9BD-E035459415CD}"/>
              </a:ext>
            </a:extLst>
          </p:cNvPr>
          <p:cNvSpPr/>
          <p:nvPr/>
        </p:nvSpPr>
        <p:spPr>
          <a:xfrm>
            <a:off x="1186382" y="4461935"/>
            <a:ext cx="1722786" cy="840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Target – Measured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XYZ Error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61AE7BFE-5310-D7D6-44D3-FF956F1BFDA8}"/>
              </a:ext>
            </a:extLst>
          </p:cNvPr>
          <p:cNvCxnSpPr>
            <a:stCxn id="6" idx="2"/>
            <a:endCxn id="5" idx="0"/>
          </p:cNvCxnSpPr>
          <p:nvPr/>
        </p:nvCxnSpPr>
        <p:spPr>
          <a:xfrm>
            <a:off x="2047775" y="2860723"/>
            <a:ext cx="0" cy="38017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EB4D4B99-AF4C-178A-0E57-A19699E4BA0F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2047775" y="4081764"/>
            <a:ext cx="0" cy="38017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流程圖: 接點 42">
            <a:extLst>
              <a:ext uri="{FF2B5EF4-FFF2-40B4-BE49-F238E27FC236}">
                <a16:creationId xmlns:a16="http://schemas.microsoft.com/office/drawing/2014/main" id="{A7A3E250-7A41-B4D4-D358-8CCE428BC186}"/>
              </a:ext>
            </a:extLst>
          </p:cNvPr>
          <p:cNvSpPr/>
          <p:nvPr/>
        </p:nvSpPr>
        <p:spPr>
          <a:xfrm>
            <a:off x="4848450" y="1112354"/>
            <a:ext cx="508001" cy="508001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B2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4" name="流程圖: 程序 43">
            <a:extLst>
              <a:ext uri="{FF2B5EF4-FFF2-40B4-BE49-F238E27FC236}">
                <a16:creationId xmlns:a16="http://schemas.microsoft.com/office/drawing/2014/main" id="{1493BC5D-5FAE-0C18-3387-90C3D4F9631B}"/>
              </a:ext>
            </a:extLst>
          </p:cNvPr>
          <p:cNvSpPr/>
          <p:nvPr/>
        </p:nvSpPr>
        <p:spPr>
          <a:xfrm>
            <a:off x="4241059" y="2019853"/>
            <a:ext cx="1722786" cy="840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J⁻¹ × Error = </a:t>
            </a:r>
            <a:r>
              <a:rPr lang="el-GR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Δ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endParaRPr lang="zh-TW" altLang="en-US" sz="1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2" name="流程圖: 程序 51">
            <a:extLst>
              <a:ext uri="{FF2B5EF4-FFF2-40B4-BE49-F238E27FC236}">
                <a16:creationId xmlns:a16="http://schemas.microsoft.com/office/drawing/2014/main" id="{0CBE0B95-EBC0-3102-DFE0-A43CCE7378F1}"/>
              </a:ext>
            </a:extLst>
          </p:cNvPr>
          <p:cNvSpPr/>
          <p:nvPr/>
        </p:nvSpPr>
        <p:spPr>
          <a:xfrm>
            <a:off x="4241058" y="3240894"/>
            <a:ext cx="1722786" cy="840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修正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endParaRPr lang="zh-TW" altLang="en-US" sz="1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329B7091-A186-91C1-AF96-F2597FCF9691}"/>
              </a:ext>
            </a:extLst>
          </p:cNvPr>
          <p:cNvCxnSpPr>
            <a:cxnSpLocks/>
            <a:stCxn id="43" idx="4"/>
            <a:endCxn id="44" idx="0"/>
          </p:cNvCxnSpPr>
          <p:nvPr/>
        </p:nvCxnSpPr>
        <p:spPr>
          <a:xfrm>
            <a:off x="5102451" y="1620355"/>
            <a:ext cx="1" cy="39949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5082F9B5-EC33-D006-D70C-B401982DC364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 flipH="1">
            <a:off x="5102451" y="2860723"/>
            <a:ext cx="1" cy="38017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流程圖: 換頁接點 1">
            <a:extLst>
              <a:ext uri="{FF2B5EF4-FFF2-40B4-BE49-F238E27FC236}">
                <a16:creationId xmlns:a16="http://schemas.microsoft.com/office/drawing/2014/main" id="{E68D9BE3-6E30-0F23-CC96-4CE34F45EFF3}"/>
              </a:ext>
            </a:extLst>
          </p:cNvPr>
          <p:cNvSpPr/>
          <p:nvPr/>
        </p:nvSpPr>
        <p:spPr>
          <a:xfrm>
            <a:off x="1793775" y="1112354"/>
            <a:ext cx="508001" cy="508001"/>
          </a:xfrm>
          <a:prstGeom prst="flowChartOffpage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B1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5FF2C49E-6BF5-524D-1538-A9E43E7DC249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 flipH="1">
            <a:off x="2047775" y="1620355"/>
            <a:ext cx="1" cy="39949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流程圖: 接點 9">
            <a:extLst>
              <a:ext uri="{FF2B5EF4-FFF2-40B4-BE49-F238E27FC236}">
                <a16:creationId xmlns:a16="http://schemas.microsoft.com/office/drawing/2014/main" id="{7960672C-057F-9DD8-8BC3-FA172F93E2AD}"/>
              </a:ext>
            </a:extLst>
          </p:cNvPr>
          <p:cNvSpPr/>
          <p:nvPr/>
        </p:nvSpPr>
        <p:spPr>
          <a:xfrm>
            <a:off x="1793775" y="5604287"/>
            <a:ext cx="508001" cy="508001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B2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E427DF27-E400-5D1C-582F-49DFDBE3AC11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2047775" y="5302805"/>
            <a:ext cx="1" cy="30148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流程圖: 決策 17">
            <a:extLst>
              <a:ext uri="{FF2B5EF4-FFF2-40B4-BE49-F238E27FC236}">
                <a16:creationId xmlns:a16="http://schemas.microsoft.com/office/drawing/2014/main" id="{DE6472C7-D847-2554-B801-48B7B9078532}"/>
              </a:ext>
            </a:extLst>
          </p:cNvPr>
          <p:cNvSpPr/>
          <p:nvPr/>
        </p:nvSpPr>
        <p:spPr>
          <a:xfrm>
            <a:off x="4241058" y="4461935"/>
            <a:ext cx="1722786" cy="84087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 ≤ Threshold</a:t>
            </a:r>
            <a:endParaRPr lang="zh-TW" altLang="en-US" sz="105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02234AD9-956D-CFA4-2C4D-87EE40199E2D}"/>
              </a:ext>
            </a:extLst>
          </p:cNvPr>
          <p:cNvCxnSpPr>
            <a:cxnSpLocks/>
            <a:stCxn id="52" idx="2"/>
            <a:endCxn id="18" idx="0"/>
          </p:cNvCxnSpPr>
          <p:nvPr/>
        </p:nvCxnSpPr>
        <p:spPr>
          <a:xfrm>
            <a:off x="5102451" y="4081764"/>
            <a:ext cx="0" cy="38017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接點: 肘形 23">
            <a:extLst>
              <a:ext uri="{FF2B5EF4-FFF2-40B4-BE49-F238E27FC236}">
                <a16:creationId xmlns:a16="http://schemas.microsoft.com/office/drawing/2014/main" id="{9C1AFF41-17FA-BE6B-60AC-9BFED099CEF1}"/>
              </a:ext>
            </a:extLst>
          </p:cNvPr>
          <p:cNvCxnSpPr>
            <a:cxnSpLocks/>
            <a:stCxn id="18" idx="1"/>
            <a:endCxn id="6" idx="3"/>
          </p:cNvCxnSpPr>
          <p:nvPr/>
        </p:nvCxnSpPr>
        <p:spPr>
          <a:xfrm rot="10800000">
            <a:off x="2909168" y="2440288"/>
            <a:ext cx="1331890" cy="2442082"/>
          </a:xfrm>
          <a:prstGeom prst="bentConnector3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3264EC8E-1C33-4BFC-69B3-1FEE626AAB79}"/>
              </a:ext>
            </a:extLst>
          </p:cNvPr>
          <p:cNvCxnSpPr>
            <a:cxnSpLocks/>
            <a:stCxn id="18" idx="2"/>
            <a:endCxn id="58" idx="0"/>
          </p:cNvCxnSpPr>
          <p:nvPr/>
        </p:nvCxnSpPr>
        <p:spPr>
          <a:xfrm>
            <a:off x="5102451" y="5302805"/>
            <a:ext cx="5653" cy="30364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12B13AC5-722E-5672-6E0A-F358B47564E0}"/>
              </a:ext>
            </a:extLst>
          </p:cNvPr>
          <p:cNvSpPr/>
          <p:nvPr/>
        </p:nvSpPr>
        <p:spPr>
          <a:xfrm>
            <a:off x="5102451" y="5296510"/>
            <a:ext cx="36420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DA1CCD2-E3E6-F331-EA02-2D221DA8F4B0}"/>
              </a:ext>
            </a:extLst>
          </p:cNvPr>
          <p:cNvSpPr/>
          <p:nvPr/>
        </p:nvSpPr>
        <p:spPr>
          <a:xfrm>
            <a:off x="3876856" y="4570800"/>
            <a:ext cx="36420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否</a:t>
            </a:r>
          </a:p>
        </p:txBody>
      </p:sp>
      <p:sp>
        <p:nvSpPr>
          <p:cNvPr id="55" name="流程圖: 文件 54">
            <a:extLst>
              <a:ext uri="{FF2B5EF4-FFF2-40B4-BE49-F238E27FC236}">
                <a16:creationId xmlns:a16="http://schemas.microsoft.com/office/drawing/2014/main" id="{1211EC1F-0118-F7AC-19F3-696C582A705A}"/>
              </a:ext>
            </a:extLst>
          </p:cNvPr>
          <p:cNvSpPr/>
          <p:nvPr/>
        </p:nvSpPr>
        <p:spPr>
          <a:xfrm>
            <a:off x="6856744" y="3206706"/>
            <a:ext cx="1862874" cy="909245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r>
              <a:rPr lang="en-US" altLang="zh-TW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new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r>
              <a:rPr lang="en-US" altLang="zh-TW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old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+ </a:t>
            </a:r>
            <a:r>
              <a:rPr lang="el-GR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Δ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 ×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rgain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7" name="流程圖: 文件 56">
            <a:extLst>
              <a:ext uri="{FF2B5EF4-FFF2-40B4-BE49-F238E27FC236}">
                <a16:creationId xmlns:a16="http://schemas.microsoft.com/office/drawing/2014/main" id="{37B92855-5E6E-B086-33D4-551A83F1F2EB}"/>
              </a:ext>
            </a:extLst>
          </p:cNvPr>
          <p:cNvSpPr/>
          <p:nvPr/>
        </p:nvSpPr>
        <p:spPr>
          <a:xfrm>
            <a:off x="6825237" y="4273473"/>
            <a:ext cx="2495031" cy="1217793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是否比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Best Solution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好？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28600" indent="-228600">
              <a:buAutoNum type="arabicPeriod"/>
            </a:pP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是否需要降低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rgain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/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更新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Jacobian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28600" indent="-228600">
              <a:buAutoNum type="arabicPeriod"/>
            </a:pP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是否達到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max repeat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58" name="流程圖: 換頁接點 57">
            <a:extLst>
              <a:ext uri="{FF2B5EF4-FFF2-40B4-BE49-F238E27FC236}">
                <a16:creationId xmlns:a16="http://schemas.microsoft.com/office/drawing/2014/main" id="{E2C17BEB-8F89-014F-CD5A-D9487AAF9D58}"/>
              </a:ext>
            </a:extLst>
          </p:cNvPr>
          <p:cNvSpPr/>
          <p:nvPr/>
        </p:nvSpPr>
        <p:spPr>
          <a:xfrm>
            <a:off x="4854103" y="5606452"/>
            <a:ext cx="508001" cy="508001"/>
          </a:xfrm>
          <a:prstGeom prst="flowChartOffpage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C1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BEFCE89E-A522-25A5-4916-3212892453B6}"/>
              </a:ext>
            </a:extLst>
          </p:cNvPr>
          <p:cNvCxnSpPr>
            <a:cxnSpLocks/>
            <a:stCxn id="55" idx="1"/>
            <a:endCxn id="52" idx="3"/>
          </p:cNvCxnSpPr>
          <p:nvPr/>
        </p:nvCxnSpPr>
        <p:spPr>
          <a:xfrm flipH="1">
            <a:off x="5963844" y="3661329"/>
            <a:ext cx="8929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5" name="直線單箭頭接點 74">
            <a:extLst>
              <a:ext uri="{FF2B5EF4-FFF2-40B4-BE49-F238E27FC236}">
                <a16:creationId xmlns:a16="http://schemas.microsoft.com/office/drawing/2014/main" id="{66F3E43A-8CC4-2133-4D23-F0C53DAEC73A}"/>
              </a:ext>
            </a:extLst>
          </p:cNvPr>
          <p:cNvCxnSpPr>
            <a:cxnSpLocks/>
            <a:stCxn id="57" idx="1"/>
            <a:endCxn id="18" idx="3"/>
          </p:cNvCxnSpPr>
          <p:nvPr/>
        </p:nvCxnSpPr>
        <p:spPr>
          <a:xfrm flipH="1">
            <a:off x="5963844" y="4882370"/>
            <a:ext cx="861393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3198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VCGT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flow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chart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流程圖: 程序 8">
            <a:extLst>
              <a:ext uri="{FF2B5EF4-FFF2-40B4-BE49-F238E27FC236}">
                <a16:creationId xmlns:a16="http://schemas.microsoft.com/office/drawing/2014/main" id="{C27EFD4E-4E72-A107-A9BD-E035459415CD}"/>
              </a:ext>
            </a:extLst>
          </p:cNvPr>
          <p:cNvSpPr/>
          <p:nvPr/>
        </p:nvSpPr>
        <p:spPr>
          <a:xfrm>
            <a:off x="1186382" y="4461935"/>
            <a:ext cx="1722786" cy="840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Curve Fitting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61AE7BFE-5310-D7D6-44D3-FF956F1BFDA8}"/>
              </a:ext>
            </a:extLst>
          </p:cNvPr>
          <p:cNvCxnSpPr>
            <a:cxnSpLocks/>
            <a:stCxn id="11" idx="2"/>
            <a:endCxn id="20" idx="0"/>
          </p:cNvCxnSpPr>
          <p:nvPr/>
        </p:nvCxnSpPr>
        <p:spPr>
          <a:xfrm flipH="1">
            <a:off x="2043454" y="2851059"/>
            <a:ext cx="4321" cy="38017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EB4D4B99-AF4C-178A-0E57-A19699E4BA0F}"/>
              </a:ext>
            </a:extLst>
          </p:cNvPr>
          <p:cNvCxnSpPr>
            <a:cxnSpLocks/>
            <a:stCxn id="20" idx="2"/>
            <a:endCxn id="9" idx="0"/>
          </p:cNvCxnSpPr>
          <p:nvPr/>
        </p:nvCxnSpPr>
        <p:spPr>
          <a:xfrm>
            <a:off x="2043454" y="4072100"/>
            <a:ext cx="4321" cy="38983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流程圖: 接點 42">
            <a:extLst>
              <a:ext uri="{FF2B5EF4-FFF2-40B4-BE49-F238E27FC236}">
                <a16:creationId xmlns:a16="http://schemas.microsoft.com/office/drawing/2014/main" id="{A7A3E250-7A41-B4D4-D358-8CCE428BC186}"/>
              </a:ext>
            </a:extLst>
          </p:cNvPr>
          <p:cNvSpPr/>
          <p:nvPr/>
        </p:nvSpPr>
        <p:spPr>
          <a:xfrm>
            <a:off x="7286851" y="1183951"/>
            <a:ext cx="508001" cy="508001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C2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4" name="流程圖: 程序 43">
            <a:extLst>
              <a:ext uri="{FF2B5EF4-FFF2-40B4-BE49-F238E27FC236}">
                <a16:creationId xmlns:a16="http://schemas.microsoft.com/office/drawing/2014/main" id="{1493BC5D-5FAE-0C18-3387-90C3D4F9631B}"/>
              </a:ext>
            </a:extLst>
          </p:cNvPr>
          <p:cNvSpPr/>
          <p:nvPr/>
        </p:nvSpPr>
        <p:spPr>
          <a:xfrm>
            <a:off x="6679459" y="2010189"/>
            <a:ext cx="1722786" cy="840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Calibration Curve </a:t>
            </a:r>
            <a:endParaRPr lang="zh-TW" altLang="en-US" sz="1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329B7091-A186-91C1-AF96-F2597FCF9691}"/>
              </a:ext>
            </a:extLst>
          </p:cNvPr>
          <p:cNvCxnSpPr>
            <a:cxnSpLocks/>
            <a:stCxn id="43" idx="4"/>
            <a:endCxn id="44" idx="0"/>
          </p:cNvCxnSpPr>
          <p:nvPr/>
        </p:nvCxnSpPr>
        <p:spPr>
          <a:xfrm>
            <a:off x="7540852" y="1691952"/>
            <a:ext cx="0" cy="31823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5082F9B5-EC33-D006-D70C-B401982DC364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7540852" y="2851059"/>
            <a:ext cx="0" cy="38017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流程圖: 換頁接點 1">
            <a:extLst>
              <a:ext uri="{FF2B5EF4-FFF2-40B4-BE49-F238E27FC236}">
                <a16:creationId xmlns:a16="http://schemas.microsoft.com/office/drawing/2014/main" id="{E68D9BE3-6E30-0F23-CC96-4CE34F45EFF3}"/>
              </a:ext>
            </a:extLst>
          </p:cNvPr>
          <p:cNvSpPr/>
          <p:nvPr/>
        </p:nvSpPr>
        <p:spPr>
          <a:xfrm>
            <a:off x="1793775" y="1112354"/>
            <a:ext cx="508001" cy="508001"/>
          </a:xfrm>
          <a:prstGeom prst="flowChartOffpage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C1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5FF2C49E-6BF5-524D-1538-A9E43E7DC249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flipH="1">
            <a:off x="2047775" y="1620355"/>
            <a:ext cx="1" cy="38983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流程圖: 接點 9">
            <a:extLst>
              <a:ext uri="{FF2B5EF4-FFF2-40B4-BE49-F238E27FC236}">
                <a16:creationId xmlns:a16="http://schemas.microsoft.com/office/drawing/2014/main" id="{7960672C-057F-9DD8-8BC3-FA172F93E2AD}"/>
              </a:ext>
            </a:extLst>
          </p:cNvPr>
          <p:cNvSpPr/>
          <p:nvPr/>
        </p:nvSpPr>
        <p:spPr>
          <a:xfrm>
            <a:off x="1793775" y="5606452"/>
            <a:ext cx="508001" cy="508001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C2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E427DF27-E400-5D1C-582F-49DFDBE3AC11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2047775" y="5302805"/>
            <a:ext cx="1" cy="30364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流程圖: 程序 10">
            <a:extLst>
              <a:ext uri="{FF2B5EF4-FFF2-40B4-BE49-F238E27FC236}">
                <a16:creationId xmlns:a16="http://schemas.microsoft.com/office/drawing/2014/main" id="{077422E3-704D-93BF-58B9-65FEE3D13C2D}"/>
              </a:ext>
            </a:extLst>
          </p:cNvPr>
          <p:cNvSpPr/>
          <p:nvPr/>
        </p:nvSpPr>
        <p:spPr>
          <a:xfrm>
            <a:off x="1186382" y="2010189"/>
            <a:ext cx="1722786" cy="840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得到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corrected RGB</a:t>
            </a:r>
            <a:endParaRPr lang="zh-TW" altLang="en-US" sz="1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0" name="流程圖: 替代程序 19">
            <a:extLst>
              <a:ext uri="{FF2B5EF4-FFF2-40B4-BE49-F238E27FC236}">
                <a16:creationId xmlns:a16="http://schemas.microsoft.com/office/drawing/2014/main" id="{4BFE5A95-FAE9-F3C0-DE72-25DA1A307B81}"/>
              </a:ext>
            </a:extLst>
          </p:cNvPr>
          <p:cNvSpPr/>
          <p:nvPr/>
        </p:nvSpPr>
        <p:spPr>
          <a:xfrm>
            <a:off x="1182061" y="3231230"/>
            <a:ext cx="1722786" cy="84087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儀器量測結束</a:t>
            </a:r>
          </a:p>
        </p:txBody>
      </p:sp>
      <p:sp>
        <p:nvSpPr>
          <p:cNvPr id="23" name="流程圖: 文件 22">
            <a:extLst>
              <a:ext uri="{FF2B5EF4-FFF2-40B4-BE49-F238E27FC236}">
                <a16:creationId xmlns:a16="http://schemas.microsoft.com/office/drawing/2014/main" id="{60B5F32D-0E8B-3A77-308F-4A6E900426F2}"/>
              </a:ext>
            </a:extLst>
          </p:cNvPr>
          <p:cNvSpPr/>
          <p:nvPr/>
        </p:nvSpPr>
        <p:spPr>
          <a:xfrm>
            <a:off x="3953830" y="4438009"/>
            <a:ext cx="1862874" cy="909245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離散的 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 → corrected RGB </a:t>
            </a:r>
            <a:r>
              <a:rPr lang="zh-TW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對應資料整理成平滑、連續的 </a:t>
            </a: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R/G/B calibration curves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0" name="流程圖: 文件 29">
            <a:extLst>
              <a:ext uri="{FF2B5EF4-FFF2-40B4-BE49-F238E27FC236}">
                <a16:creationId xmlns:a16="http://schemas.microsoft.com/office/drawing/2014/main" id="{B3ABA4C7-3444-F89C-D905-1622F0E18739}"/>
              </a:ext>
            </a:extLst>
          </p:cNvPr>
          <p:cNvSpPr/>
          <p:nvPr/>
        </p:nvSpPr>
        <p:spPr>
          <a:xfrm>
            <a:off x="3953830" y="1976001"/>
            <a:ext cx="1862874" cy="909245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輸入值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到實際要送給螢幕的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值之間的對應關係</a:t>
            </a:r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418505ED-F21D-D8E7-1798-6D13798C58E0}"/>
              </a:ext>
            </a:extLst>
          </p:cNvPr>
          <p:cNvCxnSpPr>
            <a:cxnSpLocks/>
            <a:stCxn id="23" idx="1"/>
            <a:endCxn id="9" idx="3"/>
          </p:cNvCxnSpPr>
          <p:nvPr/>
        </p:nvCxnSpPr>
        <p:spPr>
          <a:xfrm flipH="1" flipV="1">
            <a:off x="2909168" y="4882370"/>
            <a:ext cx="1044662" cy="1026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043C9444-92C3-A6A5-3728-E917E4DEE1DB}"/>
              </a:ext>
            </a:extLst>
          </p:cNvPr>
          <p:cNvCxnSpPr>
            <a:cxnSpLocks/>
            <a:stCxn id="30" idx="3"/>
            <a:endCxn id="44" idx="1"/>
          </p:cNvCxnSpPr>
          <p:nvPr/>
        </p:nvCxnSpPr>
        <p:spPr>
          <a:xfrm>
            <a:off x="5816704" y="2430624"/>
            <a:ext cx="86275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5" name="流程圖: 替代程序 44">
            <a:extLst>
              <a:ext uri="{FF2B5EF4-FFF2-40B4-BE49-F238E27FC236}">
                <a16:creationId xmlns:a16="http://schemas.microsoft.com/office/drawing/2014/main" id="{EAE259B4-A87D-9E72-4B79-CBFE8D2DB3CC}"/>
              </a:ext>
            </a:extLst>
          </p:cNvPr>
          <p:cNvSpPr/>
          <p:nvPr/>
        </p:nvSpPr>
        <p:spPr>
          <a:xfrm>
            <a:off x="6679459" y="3231230"/>
            <a:ext cx="1722786" cy="84087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Calibration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結束</a:t>
            </a:r>
          </a:p>
        </p:txBody>
      </p:sp>
      <p:sp>
        <p:nvSpPr>
          <p:cNvPr id="47" name="流程圖: 程序 46">
            <a:extLst>
              <a:ext uri="{FF2B5EF4-FFF2-40B4-BE49-F238E27FC236}">
                <a16:creationId xmlns:a16="http://schemas.microsoft.com/office/drawing/2014/main" id="{7CBB6D68-19AF-C133-C6AE-24036C8FD6F0}"/>
              </a:ext>
            </a:extLst>
          </p:cNvPr>
          <p:cNvSpPr/>
          <p:nvPr/>
        </p:nvSpPr>
        <p:spPr>
          <a:xfrm>
            <a:off x="6679459" y="4480817"/>
            <a:ext cx="1722786" cy="840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calibration curve generate .</a:t>
            </a:r>
            <a:r>
              <a:rPr lang="en-US" altLang="zh-TW" sz="14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cal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data</a:t>
            </a:r>
            <a:endParaRPr lang="zh-TW" altLang="en-US" sz="1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B2D78053-77A5-F8B5-35FD-E06643672E43}"/>
              </a:ext>
            </a:extLst>
          </p:cNvPr>
          <p:cNvCxnSpPr>
            <a:cxnSpLocks/>
          </p:cNvCxnSpPr>
          <p:nvPr/>
        </p:nvCxnSpPr>
        <p:spPr>
          <a:xfrm>
            <a:off x="7540851" y="4072100"/>
            <a:ext cx="0" cy="40871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流程圖: 程序 54">
            <a:extLst>
              <a:ext uri="{FF2B5EF4-FFF2-40B4-BE49-F238E27FC236}">
                <a16:creationId xmlns:a16="http://schemas.microsoft.com/office/drawing/2014/main" id="{BC5772AD-265E-D785-2173-F2FE2A1B2418}"/>
              </a:ext>
            </a:extLst>
          </p:cNvPr>
          <p:cNvSpPr/>
          <p:nvPr/>
        </p:nvSpPr>
        <p:spPr>
          <a:xfrm>
            <a:off x="6679459" y="5730404"/>
            <a:ext cx="1722786" cy="840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DisplayCAL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讀取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lang="en-US" altLang="zh-TW" sz="14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cal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並封裝 </a:t>
            </a:r>
            <a:r>
              <a:rPr lang="en-US" altLang="zh-TW" sz="14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vcgt</a:t>
            </a:r>
            <a:endParaRPr lang="zh-TW" altLang="en-US" sz="1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417EB77D-F829-B46A-BC47-6E06E966F28C}"/>
              </a:ext>
            </a:extLst>
          </p:cNvPr>
          <p:cNvCxnSpPr>
            <a:cxnSpLocks/>
            <a:stCxn id="47" idx="2"/>
            <a:endCxn id="55" idx="0"/>
          </p:cNvCxnSpPr>
          <p:nvPr/>
        </p:nvCxnSpPr>
        <p:spPr>
          <a:xfrm>
            <a:off x="7540852" y="5321687"/>
            <a:ext cx="0" cy="40871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7884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321165</TotalTime>
  <Words>1133</Words>
  <Application>Microsoft Office PowerPoint</Application>
  <PresentationFormat>A4 紙張 (210x297 公釐)</PresentationFormat>
  <Paragraphs>232</Paragraphs>
  <Slides>17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3" baseType="lpstr">
      <vt:lpstr>Noto Sans Symbols</vt:lpstr>
      <vt:lpstr>標楷體</vt:lpstr>
      <vt:lpstr>Arial</vt:lpstr>
      <vt:lpstr>Cambria Math</vt:lpstr>
      <vt:lpstr>Times New Roman</vt:lpstr>
      <vt:lpstr>template</vt:lpstr>
      <vt:lpstr>Progress Report</vt:lpstr>
      <vt:lpstr>上次進度: 研究目標與 ICC Profile</vt:lpstr>
      <vt:lpstr>上次進度: Display ICC Profile 結構</vt:lpstr>
      <vt:lpstr>上次進度: Display ICC Profile 結構</vt:lpstr>
      <vt:lpstr>上次進度: Display ICC Profile 結構</vt:lpstr>
      <vt:lpstr>上次進度: ICC Profile 架構</vt:lpstr>
      <vt:lpstr>本次進度: DisplayCAL</vt:lpstr>
      <vt:lpstr>本次進度: 軟體校正結果</vt:lpstr>
      <vt:lpstr>本次進度: 軟體校正結果</vt:lpstr>
      <vt:lpstr>本次進度: 軟體校正結果</vt:lpstr>
      <vt:lpstr>本次進度: 軟體校正結果</vt:lpstr>
      <vt:lpstr>本次進度: 軟體校正結果</vt:lpstr>
      <vt:lpstr>本次進度: 軟體校正結果</vt:lpstr>
      <vt:lpstr>本次進度: VCGT flow chart</vt:lpstr>
      <vt:lpstr>本次進度: VCGT flow chart</vt:lpstr>
      <vt:lpstr>本次進度: VCGT flow chart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user</cp:lastModifiedBy>
  <cp:revision>2952</cp:revision>
  <dcterms:created xsi:type="dcterms:W3CDTF">2003-02-17T16:04:03Z</dcterms:created>
  <dcterms:modified xsi:type="dcterms:W3CDTF">2026-10-08T04:50:13Z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