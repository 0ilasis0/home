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3"/>
  </p:notesMasterIdLst>
  <p:sldIdLst>
    <p:sldId id="277" r:id="rId2"/>
    <p:sldId id="1937" r:id="rId3"/>
    <p:sldId id="1938" r:id="rId4"/>
    <p:sldId id="1998" r:id="rId5"/>
    <p:sldId id="2013" r:id="rId6"/>
    <p:sldId id="2019" r:id="rId7"/>
    <p:sldId id="2016" r:id="rId8"/>
    <p:sldId id="2021" r:id="rId9"/>
    <p:sldId id="2022" r:id="rId10"/>
    <p:sldId id="2020" r:id="rId11"/>
    <p:sldId id="286" r:id="rId12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1937"/>
            <p14:sldId id="1938"/>
            <p14:sldId id="1998"/>
            <p14:sldId id="2013"/>
          </p14:sldIdLst>
        </p14:section>
        <p14:section name="DisplayCAL" id="{FA8538CB-EEBB-42F8-BEE8-82DA04CEC9C1}">
          <p14:sldIdLst>
            <p14:sldId id="2019"/>
            <p14:sldId id="2016"/>
            <p14:sldId id="2021"/>
            <p14:sldId id="2022"/>
          </p14:sldIdLst>
        </p14:section>
        <p14:section name="下次進度" id="{5971402B-6926-431D-89B8-CB51A2DAAEFC}">
          <p14:sldIdLst>
            <p14:sldId id="2020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78908" autoAdjust="0"/>
  </p:normalViewPr>
  <p:slideViewPr>
    <p:cSldViewPr snapToGrid="0">
      <p:cViewPr varScale="1">
        <p:scale>
          <a:sx n="61" d="100"/>
          <a:sy n="61" d="100"/>
        </p:scale>
        <p:origin x="1829" y="5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5177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74914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040683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/>
              <a:t> 所以並無數據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4204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Display ICC 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結構</a:t>
            </a:r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F40E0A-D220-62E9-2407-BDEBBBC48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912" y="1717678"/>
            <a:ext cx="7064890" cy="4985915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EDFB633-2563-4B81-6A49-DCC452247D25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軟體校正流程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58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38617A3-BEC8-75FF-D84E-E2B6A66A6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138" y="1625404"/>
            <a:ext cx="3193796" cy="422810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CF60E74-4101-FA8D-693A-DF8294D7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067" y="2582333"/>
            <a:ext cx="3725332" cy="2793999"/>
          </a:xfrm>
          <a:prstGeom prst="rect">
            <a:avLst/>
          </a:prstGeom>
        </p:spPr>
      </p:pic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04762C2E-A366-4946-68C1-E6D802A969F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軟體校正流程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273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8AC69FA-5C57-F0EF-7AE0-AE2A31882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02" y="1735666"/>
            <a:ext cx="5316217" cy="4156251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8823F74-5748-23F9-AC33-67798B568E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792"/>
          <a:stretch/>
        </p:blipFill>
        <p:spPr>
          <a:xfrm>
            <a:off x="5811083" y="1837267"/>
            <a:ext cx="3874074" cy="4054650"/>
          </a:xfrm>
          <a:prstGeom prst="rect">
            <a:avLst/>
          </a:prstGeom>
        </p:spPr>
      </p:pic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4826348D-7537-F592-05B2-0DD97B1B3C79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軟體校正流程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472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測試這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個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的色溫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測試項目：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1.8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2.0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2.6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，搭配三組色溫進行測試</a:t>
            </a:r>
            <a:endParaRPr lang="en-US" altLang="zh-TW" sz="12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量測標準：色溫誤差為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1000k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7007B64-5068-9DCF-2AF2-9BFF815653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023639"/>
              </p:ext>
            </p:extLst>
          </p:nvPr>
        </p:nvGraphicFramePr>
        <p:xfrm>
          <a:off x="2578179" y="2554587"/>
          <a:ext cx="4749641" cy="415287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915595">
                  <a:extLst>
                    <a:ext uri="{9D8B030D-6E8A-4147-A177-3AD203B41FA5}">
                      <a16:colId xmlns:a16="http://schemas.microsoft.com/office/drawing/2014/main" val="3290470944"/>
                    </a:ext>
                  </a:extLst>
                </a:gridCol>
                <a:gridCol w="1258941">
                  <a:extLst>
                    <a:ext uri="{9D8B030D-6E8A-4147-A177-3AD203B41FA5}">
                      <a16:colId xmlns:a16="http://schemas.microsoft.com/office/drawing/2014/main" val="1708128821"/>
                    </a:ext>
                  </a:extLst>
                </a:gridCol>
                <a:gridCol w="1316164">
                  <a:extLst>
                    <a:ext uri="{9D8B030D-6E8A-4147-A177-3AD203B41FA5}">
                      <a16:colId xmlns:a16="http://schemas.microsoft.com/office/drawing/2014/main" val="881486529"/>
                    </a:ext>
                  </a:extLst>
                </a:gridCol>
                <a:gridCol w="1258941">
                  <a:extLst>
                    <a:ext uri="{9D8B030D-6E8A-4147-A177-3AD203B41FA5}">
                      <a16:colId xmlns:a16="http://schemas.microsoft.com/office/drawing/2014/main" val="1566819237"/>
                    </a:ext>
                  </a:extLst>
                </a:gridCol>
              </a:tblGrid>
              <a:tr h="60867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40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誤差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2915106299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7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48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3578564214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81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3794258469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254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3965229014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 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49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1742282556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7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-45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2034024837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7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255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3803486922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86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582280423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48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2802978759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253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295770251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7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altLang="zh-TW" sz="170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-4</a:t>
                      </a:r>
                      <a:endParaRPr lang="zh-TW" sz="17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2490794649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-44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148649462"/>
                  </a:ext>
                </a:extLst>
              </a:tr>
              <a:tr h="295350">
                <a:tc>
                  <a:txBody>
                    <a:bodyPr/>
                    <a:lstStyle/>
                    <a:p>
                      <a:pPr algn="ctr"/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7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70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252</a:t>
                      </a:r>
                      <a:endParaRPr lang="zh-TW" sz="17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0965" marR="110965" marT="0" marB="0" anchor="ctr"/>
                </a:tc>
                <a:extLst>
                  <a:ext uri="{0D108BD9-81ED-4DB2-BD59-A6C34878D82A}">
                    <a16:rowId xmlns:a16="http://schemas.microsoft.com/office/drawing/2014/main" val="140765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下次進度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文字版面配置區 6">
            <a:extLst>
              <a:ext uri="{FF2B5EF4-FFF2-40B4-BE49-F238E27FC236}">
                <a16:creationId xmlns:a16="http://schemas.microsoft.com/office/drawing/2014/main" id="{ADB01919-7694-3665-C9C6-6D8F975ED431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Profiole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Gamma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與校正曲線量測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測試項目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1.8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2.0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2.6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，搭配三組色溫進行測試</a:t>
            </a:r>
            <a:endParaRPr lang="en-US" altLang="zh-TW" sz="12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量測標準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Target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、色溫誤差為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1000k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388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320975</TotalTime>
  <Words>542</Words>
  <Application>Microsoft Office PowerPoint</Application>
  <PresentationFormat>A4 紙張 (210x297 公釐)</PresentationFormat>
  <Paragraphs>104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Noto Sans Symbols</vt:lpstr>
      <vt:lpstr>標楷體</vt:lpstr>
      <vt:lpstr>Arial</vt:lpstr>
      <vt:lpstr>Times New Roman</vt:lpstr>
      <vt:lpstr>template</vt:lpstr>
      <vt:lpstr>Progress Report</vt:lpstr>
      <vt:lpstr>上次進度: PCS (Profile Connection Space)</vt:lpstr>
      <vt:lpstr>上次進度: PCS (Profile Connection Space)</vt:lpstr>
      <vt:lpstr>上次進度: Display ICC Profile 結構</vt:lpstr>
      <vt:lpstr>上次進度: ICC Profile 架構</vt:lpstr>
      <vt:lpstr>本次進度: DisplayCAL</vt:lpstr>
      <vt:lpstr>本次進度: DisplayCAL </vt:lpstr>
      <vt:lpstr>本次進度: DisplayCAL </vt:lpstr>
      <vt:lpstr>本次進度: DisplayCAL </vt:lpstr>
      <vt:lpstr>下次進度: 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sis ila</cp:lastModifiedBy>
  <cp:revision>2847</cp:revision>
  <dcterms:created xsi:type="dcterms:W3CDTF">2003-02-17T16:04:03Z</dcterms:created>
  <dcterms:modified xsi:type="dcterms:W3CDTF">2026-10-01T13:20:54Z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