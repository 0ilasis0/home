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014" r:id="rId2"/>
    <p:sldId id="2019" r:id="rId3"/>
    <p:sldId id="2017" r:id="rId4"/>
    <p:sldId id="2018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0F47-4E0C-C518-B8CA-C9751D907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A2912A-AAD5-05D7-5039-F4FA56EAF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7563CC0-E200-230A-997F-9174AD9E3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17299A-C350-46BE-0DCD-28B41AD997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1766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5465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沒有</a:t>
            </a:r>
            <a:r>
              <a:rPr lang="en-US" altLang="zh-TW" dirty="0" err="1"/>
              <a:t>vcgt</a:t>
            </a:r>
            <a:r>
              <a:rPr lang="zh-TW" altLang="en-US" dirty="0"/>
              <a:t>、</a:t>
            </a:r>
            <a:r>
              <a:rPr lang="en-US" altLang="zh-TW" dirty="0"/>
              <a:t>MS00</a:t>
            </a:r>
            <a:r>
              <a:rPr lang="zh-TW" altLang="en-US" dirty="0"/>
              <a:t>、</a:t>
            </a:r>
            <a:r>
              <a:rPr lang="en-US" altLang="zh-TW" dirty="0"/>
              <a:t>MCH2</a:t>
            </a:r>
            <a:r>
              <a:rPr lang="zh-TW" altLang="en-US" dirty="0"/>
              <a:t>等</a:t>
            </a:r>
            <a:r>
              <a:rPr lang="en-US" altLang="zh-TW" dirty="0"/>
              <a:t>tag</a:t>
            </a:r>
            <a:r>
              <a:rPr lang="zh-TW" altLang="en-US" dirty="0"/>
              <a:t>，所以他這只能生成純粹色彩描述檔的</a:t>
            </a:r>
            <a:r>
              <a:rPr lang="en-US" altLang="zh-TW" dirty="0"/>
              <a:t>ICC Profile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7064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0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D09BAD2-DA31-372D-DFF4-D7CC21EBE4FD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C9CF-A393-1D36-E322-DC4F9AF9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2572336A-60D1-DD70-73B5-1485FE00A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C8D5544-9594-45AE-C2B4-BBF9D8F65A2A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52713C2D-410D-C7DB-1444-59709EF3DCA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Profiole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Gamma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與校正曲線量測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Target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957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659FC18-5835-84BA-E507-82D126A8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52" y="1430866"/>
            <a:ext cx="9046096" cy="462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03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0843149-7062-BFDD-E31E-041AF4BE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611" y="1312692"/>
            <a:ext cx="6862778" cy="50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220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319173</TotalTime>
  <Words>203</Words>
  <Application>Microsoft Office PowerPoint</Application>
  <PresentationFormat>A4 紙張 (210x297 公釐)</PresentationFormat>
  <Paragraphs>16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Noto Sans Symbols</vt:lpstr>
      <vt:lpstr>Arial</vt:lpstr>
      <vt:lpstr>Times New Roman</vt:lpstr>
      <vt:lpstr>template</vt:lpstr>
      <vt:lpstr>0</vt:lpstr>
      <vt:lpstr>未來方向</vt:lpstr>
      <vt:lpstr>本次進度:</vt:lpstr>
      <vt:lpstr>本次進度: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2717</cp:revision>
  <dcterms:created xsi:type="dcterms:W3CDTF">2003-02-17T16:04:03Z</dcterms:created>
  <dcterms:modified xsi:type="dcterms:W3CDTF">2026-10-02T07:38:14Z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