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6"/>
  </p:notesMasterIdLst>
  <p:sldIdLst>
    <p:sldId id="2014" r:id="rId2"/>
    <p:sldId id="2019" r:id="rId3"/>
    <p:sldId id="2017" r:id="rId4"/>
    <p:sldId id="2018" r:id="rId5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81675" autoAdjust="0"/>
  </p:normalViewPr>
  <p:slideViewPr>
    <p:cSldViewPr snapToGrid="0">
      <p:cViewPr varScale="1">
        <p:scale>
          <a:sx n="78" d="100"/>
          <a:sy n="78" d="100"/>
        </p:scale>
        <p:origin x="1808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0F47-4E0C-C518-B8CA-C9751D907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7A2912A-AAD5-05D7-5039-F4FA56EAF9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7563CC0-E200-230A-997F-9174AD9E3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917299A-C350-46BE-0DCD-28B41AD997B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31766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5465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沒有</a:t>
            </a:r>
            <a:r>
              <a:rPr lang="en-US" altLang="zh-TW" dirty="0" err="1"/>
              <a:t>vcgt</a:t>
            </a:r>
            <a:r>
              <a:rPr lang="zh-TW" altLang="en-US" dirty="0"/>
              <a:t>、</a:t>
            </a:r>
            <a:r>
              <a:rPr lang="en-US" altLang="zh-TW" dirty="0"/>
              <a:t>MS00</a:t>
            </a:r>
            <a:r>
              <a:rPr lang="zh-TW" altLang="en-US" dirty="0"/>
              <a:t>、</a:t>
            </a:r>
            <a:r>
              <a:rPr lang="en-US" altLang="zh-TW" dirty="0"/>
              <a:t>MCH2</a:t>
            </a:r>
            <a:r>
              <a:rPr lang="zh-TW" altLang="en-US" dirty="0"/>
              <a:t>等</a:t>
            </a:r>
            <a:r>
              <a:rPr lang="en-US" altLang="zh-TW" dirty="0"/>
              <a:t>tag</a:t>
            </a:r>
            <a:r>
              <a:rPr lang="zh-TW" altLang="en-US" dirty="0"/>
              <a:t>，所以他這只能生成純粹色彩描述檔的</a:t>
            </a:r>
            <a:r>
              <a:rPr lang="en-US" altLang="zh-TW" dirty="0"/>
              <a:t>ICC Profile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17064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0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D09BAD2-DA31-372D-DFF4-D7CC21EBE4FD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</a:p>
          <a:p>
            <a:pPr lvl="1">
              <a:lnSpc>
                <a:spcPct val="150000"/>
              </a:lnSpc>
            </a:pPr>
            <a:r>
              <a:rPr lang="en-US" altLang="zh-TW" sz="160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E214378B-28D3-B7BC-A356-73CC173297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759531"/>
              </p:ext>
            </p:extLst>
          </p:nvPr>
        </p:nvGraphicFramePr>
        <p:xfrm>
          <a:off x="2308861" y="2085530"/>
          <a:ext cx="5288277" cy="40030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90530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890530">
                  <a:extLst>
                    <a:ext uri="{9D8B030D-6E8A-4147-A177-3AD203B41FA5}">
                      <a16:colId xmlns:a16="http://schemas.microsoft.com/office/drawing/2014/main" val="1964622646"/>
                    </a:ext>
                  </a:extLst>
                </a:gridCol>
                <a:gridCol w="1024717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010079">
                  <a:extLst>
                    <a:ext uri="{9D8B030D-6E8A-4147-A177-3AD203B41FA5}">
                      <a16:colId xmlns:a16="http://schemas.microsoft.com/office/drawing/2014/main" val="3439045141"/>
                    </a:ext>
                  </a:extLst>
                </a:gridCol>
                <a:gridCol w="1472421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</a:tblGrid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Gamma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量測色溫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256</a:t>
                      </a:r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階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時間</a:t>
                      </a:r>
                      <a:endParaRPr lang="zh-TW" alt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5346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6628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10:31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10:57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6587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1.98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5381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2.24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12:37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6472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2.57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6608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12:23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2.61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DC9CF-A393-1D36-E322-DC4F9AF92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2572336A-60D1-DD70-73B5-1485FE00A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AC8D5544-9594-45AE-C2B4-BBF9D8F65A2A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52713C2D-410D-C7DB-1444-59709EF3DCA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Profiole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Gamma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與校正曲線量測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測試項目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1.8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2.0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2.2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2.6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，搭配三組色溫進行測試</a:t>
            </a:r>
            <a:endParaRPr lang="en-US" altLang="zh-TW" sz="12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量測標準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Target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誤差為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、色溫誤差為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1000k</a:t>
            </a:r>
          </a:p>
          <a:p>
            <a:pPr lvl="1">
              <a:lnSpc>
                <a:spcPct val="150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957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F659FC18-5835-84BA-E507-82D126A8B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52" y="1430866"/>
            <a:ext cx="9046096" cy="462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03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40843149-7062-BFDD-E31E-041AF4BEDB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611" y="1312692"/>
            <a:ext cx="6862778" cy="501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612204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319173</TotalTime>
  <Words>265</Words>
  <Application>Microsoft Office PowerPoint</Application>
  <PresentationFormat>A4 紙張 (210x297 公釐)</PresentationFormat>
  <Paragraphs>73</Paragraphs>
  <Slides>4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9" baseType="lpstr">
      <vt:lpstr>Noto Sans Symbols</vt:lpstr>
      <vt:lpstr>標楷體</vt:lpstr>
      <vt:lpstr>Arial</vt:lpstr>
      <vt:lpstr>Times New Roman</vt:lpstr>
      <vt:lpstr>template</vt:lpstr>
      <vt:lpstr>0</vt:lpstr>
      <vt:lpstr>未來方向</vt:lpstr>
      <vt:lpstr>本次進度:</vt:lpstr>
      <vt:lpstr>本次進度: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2718</cp:revision>
  <dcterms:created xsi:type="dcterms:W3CDTF">2003-02-17T16:04:03Z</dcterms:created>
  <dcterms:modified xsi:type="dcterms:W3CDTF">2026-10-12T03:04:56Z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