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5"/>
  </p:notesMasterIdLst>
  <p:sldIdLst>
    <p:sldId id="2014" r:id="rId2"/>
    <p:sldId id="2017" r:id="rId3"/>
    <p:sldId id="2018" r:id="rId4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5465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沒有</a:t>
            </a:r>
            <a:r>
              <a:rPr lang="en-US" altLang="zh-TW" dirty="0" err="1"/>
              <a:t>vcgt</a:t>
            </a:r>
            <a:r>
              <a:rPr lang="zh-TW" altLang="en-US" dirty="0"/>
              <a:t>、</a:t>
            </a:r>
            <a:r>
              <a:rPr lang="en-US" altLang="zh-TW" dirty="0"/>
              <a:t>MS00</a:t>
            </a:r>
            <a:r>
              <a:rPr lang="zh-TW" altLang="en-US" dirty="0"/>
              <a:t>、</a:t>
            </a:r>
            <a:r>
              <a:rPr lang="en-US" altLang="zh-TW" dirty="0"/>
              <a:t>MCH2</a:t>
            </a:r>
            <a:r>
              <a:rPr lang="zh-TW" altLang="en-US" dirty="0"/>
              <a:t>等</a:t>
            </a:r>
            <a:r>
              <a:rPr lang="en-US" altLang="zh-TW" dirty="0"/>
              <a:t>tag</a:t>
            </a:r>
            <a:r>
              <a:rPr lang="zh-TW" altLang="en-US" dirty="0"/>
              <a:t>，所以他這只能生成純粹色彩描述檔的</a:t>
            </a:r>
            <a:r>
              <a:rPr lang="en-US" altLang="zh-TW" dirty="0"/>
              <a:t>ICC Profile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17064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0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D09BAD2-DA31-372D-DFF4-D7CC21EBE4FD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Profiole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Gamma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與校正曲線量測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測試項目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1.8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2.0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2.2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2.6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，搭配三組色溫進行測試</a:t>
            </a:r>
            <a:endParaRPr lang="en-US" altLang="zh-TW" sz="12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量測標準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Target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、色溫誤差為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1000k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659FC18-5835-84BA-E507-82D126A8B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52" y="1430866"/>
            <a:ext cx="9046096" cy="462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03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0843149-7062-BFDD-E31E-041AF4BED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611" y="1312692"/>
            <a:ext cx="6862778" cy="501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220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319146</TotalTime>
  <Words>139</Words>
  <Application>Microsoft Office PowerPoint</Application>
  <PresentationFormat>A4 紙張 (210x297 公釐)</PresentationFormat>
  <Paragraphs>11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Noto Sans Symbols</vt:lpstr>
      <vt:lpstr>Arial</vt:lpstr>
      <vt:lpstr>Times New Roman</vt:lpstr>
      <vt:lpstr>template</vt:lpstr>
      <vt:lpstr>未來方向</vt:lpstr>
      <vt:lpstr>本次進度: DisplayCAL</vt:lpstr>
      <vt:lpstr>本次進度: DisplayCAL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2712</cp:revision>
  <dcterms:created xsi:type="dcterms:W3CDTF">2003-02-17T16:04:03Z</dcterms:created>
  <dcterms:modified xsi:type="dcterms:W3CDTF">2026-10-01T05:10:02Z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