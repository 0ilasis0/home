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8" r:id="rId1"/>
  </p:sldMasterIdLst>
  <p:notesMasterIdLst>
    <p:notesMasterId r:id="rId3"/>
  </p:notesMasterIdLst>
  <p:sldIdLst>
    <p:sldId id="2014" r:id="rId2"/>
  </p:sldIdLst>
  <p:sldSz cx="9906000" cy="6858000" type="A4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1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024">
          <p15:clr>
            <a:srgbClr val="A4A3A4"/>
          </p15:clr>
        </p15:guide>
        <p15:guide id="2" pos="2304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10902143" initials="m" lastIdx="1" clrIdx="0"/>
  <p:cmAuthor id="2" name="James Kuo" initials="JK" lastIdx="1" clrIdx="1"/>
  <p:cmAuthor id="3" name="昇鴻 李" initials="昇鴻" lastIdx="1" clrIdx="2">
    <p:extLst>
      <p:ext uri="{19B8F6BF-5375-455C-9EA6-DF929625EA0E}">
        <p15:presenceInfo xmlns:p15="http://schemas.microsoft.com/office/powerpoint/2012/main" userId="72a70edeaa250c2c" providerId="Windows Live"/>
      </p:ext>
    </p:extLst>
  </p:cmAuthor>
  <p:cmAuthor id="4" name="宏德 林" initials="宏林" lastIdx="2" clrIdx="3">
    <p:extLst>
      <p:ext uri="{19B8F6BF-5375-455C-9EA6-DF929625EA0E}">
        <p15:presenceInfo xmlns:p15="http://schemas.microsoft.com/office/powerpoint/2012/main" userId="933d0002216be5bd" providerId="Windows Live"/>
      </p:ext>
    </p:extLst>
  </p:cmAuthor>
  <p:cmAuthor id="5" name="LI CHIH HSIANG" initials="LCH" lastIdx="6" clrIdx="4">
    <p:extLst>
      <p:ext uri="{19B8F6BF-5375-455C-9EA6-DF929625EA0E}">
        <p15:presenceInfo xmlns:p15="http://schemas.microsoft.com/office/powerpoint/2012/main" userId="LI CHIH HSIANG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000000"/>
    <a:srgbClr val="00B050"/>
    <a:srgbClr val="0057C0"/>
    <a:srgbClr val="FFC000"/>
    <a:srgbClr val="FFFFFF"/>
    <a:srgbClr val="8958B1"/>
    <a:srgbClr val="C58DEF"/>
    <a:srgbClr val="993366"/>
    <a:srgbClr val="58148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D433FD4-3D7A-4217-8E80-1680D7E9CC69}" styleName="Table_0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>
                  <a:alpha val="0"/>
                </a:srgbClr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rgbClr val="E6E6E6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E6E6E6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 i="off"/>
      <a:tcStyle>
        <a:tcBdr>
          <a:top>
            <a:ln w="508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lt1"/>
          </a:solidFill>
        </a:fill>
      </a:tcStyle>
    </a:lastRow>
    <a:se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eCell>
    <a:swCell>
      <a:tcTxStyle b="on" i="off">
        <a:font>
          <a:latin typeface="Times New Roman"/>
          <a:ea typeface="Times New Roman"/>
          <a:cs typeface="Times New Roman"/>
        </a:font>
        <a:schemeClr val="dk1"/>
      </a:tcTxStyle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2540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2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3E919B74-BC6B-4152-9BDB-477648A112FC}" styleName="Table_1">
    <a:wholeTbl>
      <a:tcTxStyle b="off" i="off">
        <a:font>
          <a:latin typeface="Times New Roman"/>
          <a:ea typeface="Times New Roman"/>
          <a:cs typeface="Times New Roman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F6EF"/>
          </a:solidFill>
        </a:fill>
      </a:tcStyle>
    </a:wholeTbl>
    <a:band1H>
      <a:tcStyle>
        <a:tcBdr/>
        <a:fill>
          <a:solidFill>
            <a:srgbClr val="CAECDD"/>
          </a:solidFill>
        </a:fill>
      </a:tcStyle>
    </a:band1H>
    <a:band2H>
      <a:tcStyle>
        <a:tcBdr/>
      </a:tcStyle>
    </a:band2H>
    <a:band1V>
      <a:tcStyle>
        <a:tcBdr/>
        <a:fill>
          <a:solidFill>
            <a:srgbClr val="CAECDD"/>
          </a:solidFill>
        </a:fill>
      </a:tcStyle>
    </a:band1V>
    <a:band2V>
      <a:tcStyle>
        <a:tcBdr/>
      </a:tcStyle>
    </a:band2V>
    <a:la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 i="off">
        <a:font>
          <a:latin typeface="Times New Roman"/>
          <a:ea typeface="Times New Roman"/>
          <a:cs typeface="Times New Roman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  <a:tblStyle styleId="{72833802-FEF1-4C79-8D5D-14CF1EAF98D9}" styleName="淺色樣式 2 - 輔色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75DCB02-9BB8-47FD-8907-85C794F793BA}" styleName="佈景主題樣式 1 - 輔色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佈景主題樣式 1 - 輔色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佈景主題樣式 1 - 輔色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18603FDC-E32A-4AB5-989C-0864C3EAD2B8}" styleName="佈景主題樣式 2 - 輔色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E3FDE45-AF77-4B5C-9715-49D594BDF05E}" styleName="淺色樣式 1 - 輔色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0A1B5D5-9B99-4C35-A422-299274C87663}" styleName="中等深淺樣式 1 - 輔色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1E4AEA4-8DFA-4A89-87EB-49C32662AFE0}" styleName="中等深淺樣式 2 - 輔色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中等深淺樣式 2 - 輔色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16DA210-FB5B-4158-B5E0-FEB733F419BA}" styleName="淺色樣式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32" autoAdjust="0"/>
    <p:restoredTop sz="81675" autoAdjust="0"/>
  </p:normalViewPr>
  <p:slideViewPr>
    <p:cSldViewPr snapToGrid="0">
      <p:cViewPr varScale="1">
        <p:scale>
          <a:sx n="78" d="100"/>
          <a:sy n="78" d="100"/>
        </p:scale>
        <p:origin x="1808" y="56"/>
      </p:cViewPr>
      <p:guideLst>
        <p:guide orient="horz" pos="2160"/>
        <p:guide pos="31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 snapToGrid="0">
      <p:cViewPr varScale="1">
        <p:scale>
          <a:sx n="100" d="100"/>
          <a:sy n="100" d="100"/>
        </p:scale>
        <p:origin x="0" y="0"/>
      </p:cViewPr>
      <p:guideLst>
        <p:guide orient="horz" pos="3024"/>
        <p:guide pos="2304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commentAuthors" Target="commentAuthor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9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0" name="Google Shape;4;n"/>
          <p:cNvSpPr txBox="1">
            <a:spLocks noGrp="1"/>
          </p:cNvSpPr>
          <p:nvPr>
            <p:ph type="dt" idx="10"/>
          </p:nvPr>
        </p:nvSpPr>
        <p:spPr>
          <a:xfrm>
            <a:off x="4138613" y="0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1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1062038" y="735013"/>
            <a:ext cx="5197475" cy="3598862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miter lim="800000"/>
            <a:headEnd type="none" w="sm" len="sm"/>
            <a:tailEnd type="none" w="sm" len="sm"/>
          </a:ln>
        </p:spPr>
      </p:sp>
      <p:sp>
        <p:nvSpPr>
          <p:cNvPr id="1048662" name="Google Shape;6;n"/>
          <p:cNvSpPr txBox="1">
            <a:spLocks noGrp="1"/>
          </p:cNvSpPr>
          <p:nvPr>
            <p:ph type="body" idx="1"/>
          </p:nvPr>
        </p:nvSpPr>
        <p:spPr>
          <a:xfrm>
            <a:off x="962025" y="4567238"/>
            <a:ext cx="5391150" cy="43005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t" anchorCtr="0">
            <a:noAutofit/>
          </a:bodyPr>
          <a:lstStyle>
            <a:lvl1pPr marL="457200" marR="0" lvl="0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spcBef>
                <a:spcPts val="36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48663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34475"/>
            <a:ext cx="3176588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64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38613" y="9134475"/>
            <a:ext cx="3176587" cy="466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2350" tIns="51175" rIns="102350" bIns="51175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AAB6D5-993E-26F5-9C44-C5D525DA7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B5F2A66-F24A-A462-6F12-218184B02E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6FDBCF0-B4E1-DC68-FF31-D0F8D4C04A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altLang="zh-TW" sz="1200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B8DA5A3-1BB6-F49D-76B7-392A3D01E5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2000" b="0" i="0" u="none" strike="noStrike" cap="none" smtClean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</a:t>
            </a:fld>
            <a:endParaRPr lang="en-US" sz="20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39280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6" name="Google Shape;37;p5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7" name="Google Shape;38;p5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48" name="Google Shape;39;p5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  <p:sp>
        <p:nvSpPr>
          <p:cNvPr id="1048649" name="Google Shape;40;p54"/>
          <p:cNvSpPr txBox="1">
            <a:spLocks noGrp="1"/>
          </p:cNvSpPr>
          <p:nvPr>
            <p:ph type="body" idx="3"/>
          </p:nvPr>
        </p:nvSpPr>
        <p:spPr>
          <a:xfrm>
            <a:off x="4645027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None/>
              <a:defRPr sz="1600" b="1"/>
            </a:lvl9pPr>
          </a:lstStyle>
          <a:p>
            <a:endParaRPr/>
          </a:p>
        </p:txBody>
      </p:sp>
      <p:sp>
        <p:nvSpPr>
          <p:cNvPr id="1048650" name="Google Shape;41;p54"/>
          <p:cNvSpPr txBox="1">
            <a:spLocks noGrp="1"/>
          </p:cNvSpPr>
          <p:nvPr>
            <p:ph type="body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SzPts val="2400"/>
              <a:buChar char="❖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SzPts val="2000"/>
              <a:buChar char="▪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Font typeface="Times New Roman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SzPts val="1600"/>
              <a:buFont typeface="Times New Roman"/>
              <a:buChar char="o"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3" name="Google Shape;43;p55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4" name="Google Shape;50;p58"/>
          <p:cNvSpPr txBox="1">
            <a:spLocks noGrp="1"/>
          </p:cNvSpPr>
          <p:nvPr>
            <p:ph type="title"/>
          </p:nvPr>
        </p:nvSpPr>
        <p:spPr>
          <a:xfrm>
            <a:off x="1792290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000" b="1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5" name="Google Shape;51;p58"/>
          <p:cNvSpPr>
            <a:spLocks noGrp="1"/>
          </p:cNvSpPr>
          <p:nvPr>
            <p:ph type="pic" idx="2"/>
          </p:nvPr>
        </p:nvSpPr>
        <p:spPr>
          <a:xfrm>
            <a:off x="1792290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640"/>
              </a:spcBef>
              <a:spcAft>
                <a:spcPts val="0"/>
              </a:spcAft>
              <a:buClr>
                <a:schemeClr val="accent2"/>
              </a:buClr>
              <a:buSzPts val="3200"/>
              <a:buFont typeface="Noto Sans Symbols"/>
              <a:buNone/>
              <a:defRPr sz="3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560"/>
              </a:spcBef>
              <a:spcAft>
                <a:spcPts val="0"/>
              </a:spcAft>
              <a:buClr>
                <a:srgbClr val="FF5050"/>
              </a:buClr>
              <a:buSzPts val="2800"/>
              <a:buFont typeface="Noto Sans Symbols"/>
              <a:buNone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480"/>
              </a:spcBef>
              <a:spcAft>
                <a:spcPts val="0"/>
              </a:spcAft>
              <a:buClr>
                <a:srgbClr val="6699FF"/>
              </a:buClr>
              <a:buSzPts val="2400"/>
              <a:buFont typeface="Times New Roman"/>
              <a:buNone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None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 dirty="0"/>
          </a:p>
        </p:txBody>
      </p:sp>
      <p:sp>
        <p:nvSpPr>
          <p:cNvPr id="1048656" name="Google Shape;52;p58"/>
          <p:cNvSpPr txBox="1">
            <a:spLocks noGrp="1"/>
          </p:cNvSpPr>
          <p:nvPr>
            <p:ph type="body" idx="1"/>
          </p:nvPr>
        </p:nvSpPr>
        <p:spPr>
          <a:xfrm>
            <a:off x="1792290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SzPts val="1000"/>
              <a:buFont typeface="Times New Roman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SzPts val="900"/>
              <a:buFont typeface="Times New Roman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44" name="Google Shape;54;p59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45" name="Google Shape;55;p59"/>
          <p:cNvSpPr txBox="1">
            <a:spLocks noGrp="1"/>
          </p:cNvSpPr>
          <p:nvPr>
            <p:ph type="body" idx="1"/>
          </p:nvPr>
        </p:nvSpPr>
        <p:spPr>
          <a:xfrm rot="5400000">
            <a:off x="2593975" y="-485775"/>
            <a:ext cx="4800600" cy="8667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7" name="Google Shape;57;p60"/>
          <p:cNvSpPr txBox="1">
            <a:spLocks noGrp="1"/>
          </p:cNvSpPr>
          <p:nvPr>
            <p:ph type="title"/>
          </p:nvPr>
        </p:nvSpPr>
        <p:spPr>
          <a:xfrm rot="5400000">
            <a:off x="4857751" y="2419350"/>
            <a:ext cx="5638800" cy="20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</a:lvl9pPr>
          </a:lstStyle>
          <a:p>
            <a:endParaRPr/>
          </a:p>
        </p:txBody>
      </p:sp>
      <p:sp>
        <p:nvSpPr>
          <p:cNvPr id="1048658" name="Google Shape;58;p60"/>
          <p:cNvSpPr txBox="1">
            <a:spLocks noGrp="1"/>
          </p:cNvSpPr>
          <p:nvPr>
            <p:ph type="body" idx="1"/>
          </p:nvPr>
        </p:nvSpPr>
        <p:spPr>
          <a:xfrm rot="5400000">
            <a:off x="742951" y="476250"/>
            <a:ext cx="5638800" cy="590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SzPts val="1800"/>
              <a:buChar char="❖"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SzPts val="1800"/>
              <a:buChar char="▪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SzPts val="1800"/>
              <a:buChar char="•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SzPts val="1800"/>
              <a:buChar char="o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1_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9" name="Title 1"/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en-US" altLang="zh-TW" dirty="0"/>
              <a:t>Click to edit Master title style</a:t>
            </a:r>
            <a:endParaRPr lang="en-US" dirty="0"/>
          </a:p>
        </p:txBody>
      </p:sp>
      <p:sp>
        <p:nvSpPr>
          <p:cNvPr id="1048580" name="Chart Placeholder 2"/>
          <p:cNvSpPr>
            <a:spLocks noGrp="1"/>
          </p:cNvSpPr>
          <p:nvPr>
            <p:ph type="chart" idx="1"/>
          </p:nvPr>
        </p:nvSpPr>
        <p:spPr>
          <a:xfrm>
            <a:off x="609600" y="1447800"/>
            <a:ext cx="8001000" cy="4800600"/>
          </a:xfrm>
        </p:spPr>
        <p:txBody>
          <a:bodyPr/>
          <a:lstStyle/>
          <a:p>
            <a:pPr lvl="0"/>
            <a:endParaRPr lang="en-US" noProof="0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651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48652" name="Title 1"/>
          <p:cNvSpPr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</p:spPr>
        <p:txBody>
          <a:bodyPr/>
          <a:lstStyle>
            <a:lvl1pPr>
              <a:defRPr sz="3200"/>
            </a:lvl1pPr>
          </a:lstStyle>
          <a:p>
            <a:r>
              <a:rPr lang="en-US" altLang="zh-TW" dirty="0"/>
              <a:t>Title of the Slide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8576" name="Google Shape;10;p48"/>
          <p:cNvSpPr txBox="1">
            <a:spLocks noGrp="1"/>
          </p:cNvSpPr>
          <p:nvPr>
            <p:ph type="title"/>
          </p:nvPr>
        </p:nvSpPr>
        <p:spPr>
          <a:xfrm>
            <a:off x="660400" y="609600"/>
            <a:ext cx="8750300" cy="53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4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200" b="0" i="0" u="none" strike="noStrike" cap="none">
                <a:solidFill>
                  <a:schemeClr val="accent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cxnSp>
        <p:nvCxnSpPr>
          <p:cNvPr id="3145728" name="Google Shape;11;p48"/>
          <p:cNvCxnSpPr>
            <a:cxnSpLocks/>
          </p:cNvCxnSpPr>
          <p:nvPr/>
        </p:nvCxnSpPr>
        <p:spPr>
          <a:xfrm>
            <a:off x="412750" y="533400"/>
            <a:ext cx="899795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29" name="Google Shape;12;p48"/>
          <p:cNvCxnSpPr>
            <a:cxnSpLocks/>
          </p:cNvCxnSpPr>
          <p:nvPr/>
        </p:nvCxnSpPr>
        <p:spPr>
          <a:xfrm>
            <a:off x="577850" y="228600"/>
            <a:ext cx="0" cy="990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145730" name="Google Shape;13;p48"/>
          <p:cNvCxnSpPr>
            <a:cxnSpLocks/>
          </p:cNvCxnSpPr>
          <p:nvPr/>
        </p:nvCxnSpPr>
        <p:spPr>
          <a:xfrm>
            <a:off x="495300" y="6400800"/>
            <a:ext cx="89154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48577" name="Google Shape;14;p48"/>
          <p:cNvSpPr txBox="1">
            <a:spLocks noGrp="1"/>
          </p:cNvSpPr>
          <p:nvPr>
            <p:ph type="body" idx="1"/>
          </p:nvPr>
        </p:nvSpPr>
        <p:spPr>
          <a:xfrm>
            <a:off x="660400" y="1447800"/>
            <a:ext cx="8667750" cy="48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406400" algn="l" rtl="0"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048578" name="Google Shape;15;p48"/>
          <p:cNvSpPr txBox="1"/>
          <p:nvPr/>
        </p:nvSpPr>
        <p:spPr>
          <a:xfrm>
            <a:off x="8510587" y="6502400"/>
            <a:ext cx="817563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40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pic>
        <p:nvPicPr>
          <p:cNvPr id="2097152" name="Google Shape;16;p48"/>
          <p:cNvPicPr preferRelativeResize="0">
            <a:picLocks/>
          </p:cNvPicPr>
          <p:nvPr/>
        </p:nvPicPr>
        <p:blipFill rotWithShape="1">
          <a:blip r:embed="rId10">
            <a:alphaModFix/>
          </a:blip>
          <a:srcRect/>
          <a:stretch>
            <a:fillRect/>
          </a:stretch>
        </p:blipFill>
        <p:spPr>
          <a:xfrm>
            <a:off x="57150" y="6446838"/>
            <a:ext cx="1827213" cy="360362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oyilmaz/displaycal-py3?utm_source=chatgpt.com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960790-B8EB-5C9C-6F3D-DB91C8FE7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469D4A17-091F-B9B9-0E15-4C16A04E17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2" y="609600"/>
            <a:ext cx="8077200" cy="533400"/>
          </a:xfrm>
        </p:spPr>
        <p:txBody>
          <a:bodyPr/>
          <a:lstStyle/>
          <a:p>
            <a:r>
              <a: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未來方向</a:t>
            </a:r>
          </a:p>
        </p:txBody>
      </p:sp>
      <p:sp>
        <p:nvSpPr>
          <p:cNvPr id="8" name="文字版面配置區 6">
            <a:extLst>
              <a:ext uri="{FF2B5EF4-FFF2-40B4-BE49-F238E27FC236}">
                <a16:creationId xmlns:a16="http://schemas.microsoft.com/office/drawing/2014/main" id="{B362863B-770E-5FA2-25CC-948566047750}"/>
              </a:ext>
            </a:extLst>
          </p:cNvPr>
          <p:cNvSpPr txBox="1"/>
          <p:nvPr/>
        </p:nvSpPr>
        <p:spPr>
          <a:xfrm>
            <a:off x="609602" y="1223724"/>
            <a:ext cx="8686796" cy="47006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406400" algn="l" rtl="0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accent2"/>
              </a:buClr>
              <a:buSzPts val="2800"/>
              <a:buFont typeface="Noto Sans Symbols"/>
              <a:buChar char="❖"/>
              <a:defRPr sz="2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914400" marR="0" lvl="1" indent="-381000" algn="l" rtl="0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FF5050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6699FF"/>
              </a:buClr>
              <a:buSzPts val="2000"/>
              <a:buFont typeface="Times New Roman"/>
              <a:buChar char="•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FF5050"/>
              </a:buClr>
              <a:buSzPts val="2000"/>
              <a:buFont typeface="Times New Roman"/>
              <a:buChar char="o"/>
              <a:defRPr sz="2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>
              <a:lnSpc>
                <a:spcPct val="150000"/>
              </a:lnSpc>
            </a:pPr>
            <a:r>
              <a:rPr lang="zh-TW" altLang="en-US" sz="20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研究方向</a:t>
            </a: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中，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VCGT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是否可被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Windows calibration loader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並使用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r>
              <a:rPr lang="en-US" altLang="zh-TW" sz="16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DisplayCAL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產生的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ICC </a:t>
            </a:r>
            <a:r>
              <a:rPr lang="zh-TW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Profile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裡放了什麼 </a:t>
            </a: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data</a:t>
            </a:r>
          </a:p>
          <a:p>
            <a:pPr lvl="1">
              <a:lnSpc>
                <a:spcPct val="150000"/>
              </a:lnSpc>
            </a:pPr>
            <a:r>
              <a:rPr lang="en-US" altLang="zh-TW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Calibration LUT </a:t>
            </a:r>
            <a:r>
              <a:rPr lang="zh-TW" altLang="en-US" sz="16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怎麼計算、什麼樣子、儲存哪裡</a:t>
            </a: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20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lvl="1">
              <a:lnSpc>
                <a:spcPct val="150000"/>
              </a:lnSpc>
            </a:pPr>
            <a:endParaRPr lang="en-US" altLang="zh-TW" sz="16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37" name="文字方塊 36">
            <a:extLst>
              <a:ext uri="{FF2B5EF4-FFF2-40B4-BE49-F238E27FC236}">
                <a16:creationId xmlns:a16="http://schemas.microsoft.com/office/drawing/2014/main" id="{95268582-08DF-7D9E-8ED6-18BC73EECF65}"/>
              </a:ext>
            </a:extLst>
          </p:cNvPr>
          <p:cNvSpPr txBox="1"/>
          <p:nvPr/>
        </p:nvSpPr>
        <p:spPr>
          <a:xfrm>
            <a:off x="1734818" y="6361271"/>
            <a:ext cx="798068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[</a:t>
            </a:r>
            <a:r>
              <a:rPr lang="en-US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4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] E. Ö. Yılmaz, “DisplayCAL Python 3 Project,” </a:t>
            </a:r>
            <a:r>
              <a:rPr lang="zh-TW" altLang="zh-TW" sz="1200" i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GitHub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2026. [Online]. Available: </a:t>
            </a:r>
            <a:r>
              <a:rPr lang="zh-TW" altLang="zh-TW" sz="1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  <a:hlinkClick r:id="rId3"/>
              </a:rPr>
              <a:t>https://github.com/eoyilmaz/displaycal-py3</a:t>
            </a:r>
            <a:endParaRPr lang="zh-TW" altLang="en-US" sz="1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01487523"/>
      </p:ext>
    </p:extLst>
  </p:cSld>
  <p:clrMapOvr>
    <a:masterClrMapping/>
  </p:clrMapOvr>
</p:sld>
</file>

<file path=ppt/theme/theme1.xml><?xml version="1.0" encoding="utf-8"?>
<a:theme xmlns:a="http://schemas.openxmlformats.org/drawingml/2006/main" name="template">
  <a:themeElements>
    <a:clrScheme name="template 2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319070</TotalTime>
  <Words>104</Words>
  <Application>Microsoft Office PowerPoint</Application>
  <PresentationFormat>A4 紙張 (210x297 公釐)</PresentationFormat>
  <Paragraphs>7</Paragraphs>
  <Slides>1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5" baseType="lpstr">
      <vt:lpstr>Noto Sans Symbols</vt:lpstr>
      <vt:lpstr>Arial</vt:lpstr>
      <vt:lpstr>Times New Roman</vt:lpstr>
      <vt:lpstr>template</vt:lpstr>
      <vt:lpstr>未來方向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Introduction to Embedded CMOS Image Sensor System Design and Implementation</dc:title>
  <dc:creator>mblin</dc:creator>
  <cp:lastModifiedBy>user</cp:lastModifiedBy>
  <cp:revision>2708</cp:revision>
  <dcterms:created xsi:type="dcterms:W3CDTF">2003-02-17T16:04:03Z</dcterms:created>
  <dcterms:modified xsi:type="dcterms:W3CDTF">2026-09-23T08:23:33Z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c323e086d3b141ca89c275423e00507f</vt:lpwstr>
  </property>
</Properties>
</file>