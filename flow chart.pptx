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>
        <p:scale>
          <a:sx n="75" d="100"/>
          <a:sy n="75" d="100"/>
        </p:scale>
        <p:origin x="27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7C3867-46D3-A474-5258-DDF75C4EC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6CB486-4871-A149-1B31-D52CFF7F1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05C395-BCDB-120A-3DB5-81F99CED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3BA5D7-2A6B-DCA4-FA0D-D18F33A2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53311B-83F6-A86E-BB24-1AE4268D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8581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FA88EC-731C-421B-F9CB-B14277FC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4B6CD1-8C3C-5C26-4085-6A43A46D8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382B89-0138-43C7-3C39-F10FC061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90A992-0BEF-FA37-8D07-B8A3D6F7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588724-51CE-B2C7-056E-03971623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05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471ED-5BF9-A1C0-2AA5-BB375E591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B0D572-4871-4F36-A2B7-F61BA26D5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150DC8-6A3F-C05A-C357-5D621B79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638452-B02F-60FA-199D-D200F708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701E42-F98B-9413-E41D-F8D7A9DC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04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57B1C2-47CD-8E8F-51C9-9D8018D3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7D8E7B-6BC0-8B1D-CBA1-A8A462D6E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7E7D85-EA6A-B4DD-866D-B981C24A8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807C43-FD33-C0DD-6933-7F2A9EF4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AB1D27-4BDB-FFB9-12DF-6A5A35F2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7D61A0-5CCB-F605-19A9-A7A94E346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5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97B25C-D720-ECDE-371F-3796DC727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81151C-28CB-6882-416C-57A63FE6A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DF2AFD-F4C3-0EC5-FC35-2D341CE65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A3AE820-7139-4512-8CA4-F3E943D3D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74D618D-D37F-92E9-E541-EBA44F6FF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AD4D3E6-3897-B76B-E20B-C8CD559F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7081E7E-6931-1EBF-A717-C2E62D510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7FC6A26-34D3-98C1-5323-C883E1C1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196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23200-835B-492D-49D5-F4E61E4E1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A935517-EE6C-AA37-0435-6D5E0E468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ADE946D-3A6E-3CDA-5D1C-9F9B95F0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8CC1764-B447-B529-877F-D535A657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519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FE220DF-CE3F-0EB2-A79E-513A272A7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FE71CE5-FBCC-DD2F-9EEC-9347D68E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34EFE4-832B-B351-27AF-EF281293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56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38DE4-293F-9EA3-D18B-32ACD201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94FC37-59DF-BADD-97D3-4E6DFE0F6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2D554D-F0B6-B9F6-2B49-56C48B584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C003986-A198-828E-E06F-B335ED64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58C989-CFB6-C7F3-88E3-8FF960AD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D6C0D6-C920-7A4A-742A-1B8BB678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1889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425C1-8FFF-BD0D-6F3C-BFCFE04F0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688093C-7822-4558-F553-7CA666495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12D40B3-4617-87A9-8C24-3CFA0AA4F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6DB3F5-9992-FFBA-2907-80A008553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05FB71-A81F-AD11-9AD6-9BC02485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E3D390-E8FA-0D98-078B-8B528062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04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D0B64D-AC6C-BBF0-9BC3-E5639059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A84510C-8323-92FF-2E67-3CEB35064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FAAFD6-F8B5-0FB8-C79B-1D9D5FB0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5EE893-ED1B-2400-05BE-39F75869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1D67BF-BDC1-9911-BD1A-51E92327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3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4B3669F-B2ED-E8CB-7B11-9D1CB4E10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B3A277-66F0-A6AD-1D52-0EB4FD17A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B501FF-2D0B-98EA-3B33-08152ACC5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E9C73F-9AB0-19A3-E671-8FAC1149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6B0511-AEAE-8CB3-8F95-D2526F40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960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BF9627-BD34-EEA7-6141-86170739A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C2219F-95EE-2478-2051-9455B853C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3EBB3B-FD4B-A875-711D-BAA62CC9C3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E5148-9BC4-47A1-B3FE-6572D9C2D769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90EF3D-0F89-1AFD-19B2-15897DAD2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35ABA9-4E37-6664-5295-3D5341775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87D2B-DB7F-46AB-AB8A-EE6A8651C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2129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圖: 換頁接點 2">
            <a:extLst>
              <a:ext uri="{FF2B5EF4-FFF2-40B4-BE49-F238E27FC236}">
                <a16:creationId xmlns:a16="http://schemas.microsoft.com/office/drawing/2014/main" id="{D2ABCB14-69D5-5E21-1A2D-28F7D29E9A66}"/>
              </a:ext>
            </a:extLst>
          </p:cNvPr>
          <p:cNvSpPr/>
          <p:nvPr/>
        </p:nvSpPr>
        <p:spPr>
          <a:xfrm>
            <a:off x="4507576" y="3225799"/>
            <a:ext cx="508001" cy="508001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流程圖: 程序 3">
            <a:extLst>
              <a:ext uri="{FF2B5EF4-FFF2-40B4-BE49-F238E27FC236}">
                <a16:creationId xmlns:a16="http://schemas.microsoft.com/office/drawing/2014/main" id="{F885C590-DF02-9A07-C5EB-C0CDA7C3C698}"/>
              </a:ext>
            </a:extLst>
          </p:cNvPr>
          <p:cNvSpPr/>
          <p:nvPr/>
        </p:nvSpPr>
        <p:spPr>
          <a:xfrm>
            <a:off x="3226902" y="1414671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流程圖: 替代程序 4">
            <a:extLst>
              <a:ext uri="{FF2B5EF4-FFF2-40B4-BE49-F238E27FC236}">
                <a16:creationId xmlns:a16="http://schemas.microsoft.com/office/drawing/2014/main" id="{4BC66517-B4BC-9472-1A73-6CD2A4C09097}"/>
              </a:ext>
            </a:extLst>
          </p:cNvPr>
          <p:cNvSpPr/>
          <p:nvPr/>
        </p:nvSpPr>
        <p:spPr>
          <a:xfrm>
            <a:off x="3226902" y="1414671"/>
            <a:ext cx="1722786" cy="84087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流程圖: 決策 5">
            <a:extLst>
              <a:ext uri="{FF2B5EF4-FFF2-40B4-BE49-F238E27FC236}">
                <a16:creationId xmlns:a16="http://schemas.microsoft.com/office/drawing/2014/main" id="{CEF34192-CECE-160A-076D-E01B1E5DCCC3}"/>
              </a:ext>
            </a:extLst>
          </p:cNvPr>
          <p:cNvSpPr/>
          <p:nvPr/>
        </p:nvSpPr>
        <p:spPr>
          <a:xfrm>
            <a:off x="3226902" y="1414671"/>
            <a:ext cx="1722786" cy="84087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流程圖: 文件 6">
            <a:extLst>
              <a:ext uri="{FF2B5EF4-FFF2-40B4-BE49-F238E27FC236}">
                <a16:creationId xmlns:a16="http://schemas.microsoft.com/office/drawing/2014/main" id="{4F5596B6-4A22-F6A7-E419-94EF118F9730}"/>
              </a:ext>
            </a:extLst>
          </p:cNvPr>
          <p:cNvSpPr/>
          <p:nvPr/>
        </p:nvSpPr>
        <p:spPr>
          <a:xfrm>
            <a:off x="3226902" y="1414671"/>
            <a:ext cx="1722786" cy="840870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流程圖: 程序 7">
            <a:extLst>
              <a:ext uri="{FF2B5EF4-FFF2-40B4-BE49-F238E27FC236}">
                <a16:creationId xmlns:a16="http://schemas.microsoft.com/office/drawing/2014/main" id="{70078D8D-ADE3-7FD5-BE7A-F3E1844C6F07}"/>
              </a:ext>
            </a:extLst>
          </p:cNvPr>
          <p:cNvSpPr/>
          <p:nvPr/>
        </p:nvSpPr>
        <p:spPr>
          <a:xfrm>
            <a:off x="7767428" y="1835106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流程圖: 替代程序 8">
            <a:extLst>
              <a:ext uri="{FF2B5EF4-FFF2-40B4-BE49-F238E27FC236}">
                <a16:creationId xmlns:a16="http://schemas.microsoft.com/office/drawing/2014/main" id="{D0DAF9B9-9911-0E45-077C-84909AD6F2E8}"/>
              </a:ext>
            </a:extLst>
          </p:cNvPr>
          <p:cNvSpPr/>
          <p:nvPr/>
        </p:nvSpPr>
        <p:spPr>
          <a:xfrm>
            <a:off x="7767428" y="393931"/>
            <a:ext cx="1722786" cy="84087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流程圖: 決策 9">
            <a:extLst>
              <a:ext uri="{FF2B5EF4-FFF2-40B4-BE49-F238E27FC236}">
                <a16:creationId xmlns:a16="http://schemas.microsoft.com/office/drawing/2014/main" id="{D3128E74-6184-1E0B-A960-EF0DCA37423E}"/>
              </a:ext>
            </a:extLst>
          </p:cNvPr>
          <p:cNvSpPr/>
          <p:nvPr/>
        </p:nvSpPr>
        <p:spPr>
          <a:xfrm>
            <a:off x="7878415" y="5158411"/>
            <a:ext cx="1722786" cy="84087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流程圖: 接點 1">
            <a:extLst>
              <a:ext uri="{FF2B5EF4-FFF2-40B4-BE49-F238E27FC236}">
                <a16:creationId xmlns:a16="http://schemas.microsoft.com/office/drawing/2014/main" id="{8375272D-0454-3B67-A76F-924F93014430}"/>
              </a:ext>
            </a:extLst>
          </p:cNvPr>
          <p:cNvSpPr/>
          <p:nvPr/>
        </p:nvSpPr>
        <p:spPr>
          <a:xfrm>
            <a:off x="3406910" y="3305541"/>
            <a:ext cx="508001" cy="50800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2" name="流程圖: 文件 11">
            <a:extLst>
              <a:ext uri="{FF2B5EF4-FFF2-40B4-BE49-F238E27FC236}">
                <a16:creationId xmlns:a16="http://schemas.microsoft.com/office/drawing/2014/main" id="{E6C57F47-4584-EC46-F76C-27182E8DB609}"/>
              </a:ext>
            </a:extLst>
          </p:cNvPr>
          <p:cNvSpPr/>
          <p:nvPr/>
        </p:nvSpPr>
        <p:spPr>
          <a:xfrm>
            <a:off x="7878415" y="3479799"/>
            <a:ext cx="1862874" cy="909245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321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</cp:revision>
  <dcterms:created xsi:type="dcterms:W3CDTF">2026-10-07T09:28:14Z</dcterms:created>
  <dcterms:modified xsi:type="dcterms:W3CDTF">2026-10-08T04:50:40Z</dcterms:modified>
</cp:coreProperties>
</file>