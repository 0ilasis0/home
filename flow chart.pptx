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60"/>
  </p:normalViewPr>
  <p:slideViewPr>
    <p:cSldViewPr snapToGrid="0">
      <p:cViewPr>
        <p:scale>
          <a:sx n="90" d="100"/>
          <a:sy n="90" d="100"/>
        </p:scale>
        <p:origin x="852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7C3867-46D3-A474-5258-DDF75C4EC5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66CB486-4871-A149-1B31-D52CFF7F1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05C395-BCDB-120A-3DB5-81F99CED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83BA5D7-2A6B-DCA4-FA0D-D18F33A29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53311B-83F6-A86E-BB24-1AE4268D8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8581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FA88EC-731C-421B-F9CB-B14277FC8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D4B6CD1-8C3C-5C26-4085-6A43A46D8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B382B89-0138-43C7-3C39-F10FC061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90A992-0BEF-FA37-8D07-B8A3D6F70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588724-51CE-B2C7-056E-039716230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3058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7471ED-5BF9-A1C0-2AA5-BB375E591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BB0D572-4871-4F36-A2B7-F61BA26D5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150DC8-6A3F-C05A-C357-5D621B79F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1638452-B02F-60FA-199D-D200F7088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701E42-F98B-9413-E41D-F8D7A9DC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7043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57B1C2-47CD-8E8F-51C9-9D8018D3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17D8E7B-6BC0-8B1D-CBA1-A8A462D6E1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07E7D85-EA6A-B4DD-866D-B981C24A8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2807C43-FD33-C0DD-6933-7F2A9EF4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AB1D27-4BDB-FFB9-12DF-6A5A35F29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87D61A0-5CCB-F605-19A9-A7A94E34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485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97B25C-D720-ECDE-371F-3796DC727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B81151C-28CB-6882-416C-57A63FE6A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DF2AFD-F4C3-0EC5-FC35-2D341CE656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A3AE820-7139-4512-8CA4-F3E943D3D0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74D618D-D37F-92E9-E541-EBA44F6FF0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AD4D3E6-3897-B76B-E20B-C8CD559F9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7081E7E-6931-1EBF-A717-C2E62D510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7FC6A26-34D3-98C1-5323-C883E1C1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196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123200-835B-492D-49D5-F4E61E4E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935517-EE6C-AA37-0435-6D5E0E468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ADE946D-3A6E-3CDA-5D1C-9F9B95F0B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8CC1764-B447-B529-877F-D535A6576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5197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FE220DF-CE3F-0EB2-A79E-513A272A7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FE71CE5-FBCC-DD2F-9EEC-9347D68E0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4EFE4-832B-B351-27AF-EF281293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9565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838DE4-293F-9EA3-D18B-32ACD2010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D94FC37-59DF-BADD-97D3-4E6DFE0F6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12D554D-F0B6-B9F6-2B49-56C48B584A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C003986-A198-828E-E06F-B335ED642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58C989-CFB6-C7F3-88E3-8FF960AD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D6C0D6-C920-7A4A-742A-1B8BB678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1889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3425C1-8FFF-BD0D-6F3C-BFCFE04F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688093C-7822-4558-F553-7CA666495D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12D40B3-4617-87A9-8C24-3CFA0AA4F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6DB3F5-9992-FFBA-2907-80A008553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05FB71-A81F-AD11-9AD6-9BC02485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E3D390-E8FA-0D98-078B-8B528062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3046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D0B64D-AC6C-BBF0-9BC3-E56390596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A84510C-8323-92FF-2E67-3CEB350646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FAAFD6-F8B5-0FB8-C79B-1D9D5FB09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25EE893-ED1B-2400-05BE-39F75869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1D67BF-BDC1-9911-BD1A-51E92327F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431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4B3669F-B2ED-E8CB-7B11-9D1CB4E107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7B3A277-66F0-A6AD-1D52-0EB4FD17AB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B501FF-2D0B-98EA-3B33-08152ACC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4E9C73F-9AB0-19A3-E671-8FAC11496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6B0511-AEAE-8CB3-8F95-D2526F40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9609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BF9627-BD34-EEA7-6141-86170739A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0C2219F-95EE-2478-2051-9455B853C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3EBB3B-FD4B-A875-711D-BAA62CC9C3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E5148-9BC4-47A1-B3FE-6572D9C2D769}" type="datetimeFigureOut">
              <a:rPr lang="zh-TW" altLang="en-US" smtClean="0"/>
              <a:t>2026/10/7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690EF3D-0F89-1AFD-19B2-15897DAD2D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35ABA9-4E37-6664-5295-3D53417758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287D2B-DB7F-46AB-AB8A-EE6A865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2129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圖: 程序 3">
            <a:extLst>
              <a:ext uri="{FF2B5EF4-FFF2-40B4-BE49-F238E27FC236}">
                <a16:creationId xmlns:a16="http://schemas.microsoft.com/office/drawing/2014/main" id="{F885C590-DF02-9A07-C5EB-C0CDA7C3C698}"/>
              </a:ext>
            </a:extLst>
          </p:cNvPr>
          <p:cNvSpPr/>
          <p:nvPr/>
        </p:nvSpPr>
        <p:spPr>
          <a:xfrm>
            <a:off x="3226902" y="1414671"/>
            <a:ext cx="1722786" cy="84087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4BC66517-B4BC-9472-1A73-6CD2A4C09097}"/>
              </a:ext>
            </a:extLst>
          </p:cNvPr>
          <p:cNvSpPr/>
          <p:nvPr/>
        </p:nvSpPr>
        <p:spPr>
          <a:xfrm>
            <a:off x="3226902" y="1414671"/>
            <a:ext cx="1722786" cy="840870"/>
          </a:xfrm>
          <a:prstGeom prst="flowChartAlternate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流程圖: 決策 5">
            <a:extLst>
              <a:ext uri="{FF2B5EF4-FFF2-40B4-BE49-F238E27FC236}">
                <a16:creationId xmlns:a16="http://schemas.microsoft.com/office/drawing/2014/main" id="{CEF34192-CECE-160A-076D-E01B1E5DCCC3}"/>
              </a:ext>
            </a:extLst>
          </p:cNvPr>
          <p:cNvSpPr/>
          <p:nvPr/>
        </p:nvSpPr>
        <p:spPr>
          <a:xfrm>
            <a:off x="3226902" y="1414671"/>
            <a:ext cx="1722786" cy="84087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流程圖: 文件 6">
            <a:extLst>
              <a:ext uri="{FF2B5EF4-FFF2-40B4-BE49-F238E27FC236}">
                <a16:creationId xmlns:a16="http://schemas.microsoft.com/office/drawing/2014/main" id="{4F5596B6-4A22-F6A7-E419-94EF118F9730}"/>
              </a:ext>
            </a:extLst>
          </p:cNvPr>
          <p:cNvSpPr/>
          <p:nvPr/>
        </p:nvSpPr>
        <p:spPr>
          <a:xfrm>
            <a:off x="3226902" y="1414671"/>
            <a:ext cx="1722786" cy="840870"/>
          </a:xfrm>
          <a:prstGeom prst="flowChartDocumen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程序 7">
            <a:extLst>
              <a:ext uri="{FF2B5EF4-FFF2-40B4-BE49-F238E27FC236}">
                <a16:creationId xmlns:a16="http://schemas.microsoft.com/office/drawing/2014/main" id="{70078D8D-ADE3-7FD5-BE7A-F3E1844C6F07}"/>
              </a:ext>
            </a:extLst>
          </p:cNvPr>
          <p:cNvSpPr/>
          <p:nvPr/>
        </p:nvSpPr>
        <p:spPr>
          <a:xfrm>
            <a:off x="7805528" y="1832114"/>
            <a:ext cx="1722786" cy="84087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D0DAF9B9-9911-0E45-077C-84909AD6F2E8}"/>
              </a:ext>
            </a:extLst>
          </p:cNvPr>
          <p:cNvSpPr/>
          <p:nvPr/>
        </p:nvSpPr>
        <p:spPr>
          <a:xfrm>
            <a:off x="7805528" y="390939"/>
            <a:ext cx="1722786" cy="840870"/>
          </a:xfrm>
          <a:prstGeom prst="flowChartAlternate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決策 9">
            <a:extLst>
              <a:ext uri="{FF2B5EF4-FFF2-40B4-BE49-F238E27FC236}">
                <a16:creationId xmlns:a16="http://schemas.microsoft.com/office/drawing/2014/main" id="{D3128E74-6184-1E0B-A960-EF0DCA37423E}"/>
              </a:ext>
            </a:extLst>
          </p:cNvPr>
          <p:cNvSpPr/>
          <p:nvPr/>
        </p:nvSpPr>
        <p:spPr>
          <a:xfrm>
            <a:off x="7878415" y="5158411"/>
            <a:ext cx="1722786" cy="84087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文件 10">
            <a:extLst>
              <a:ext uri="{FF2B5EF4-FFF2-40B4-BE49-F238E27FC236}">
                <a16:creationId xmlns:a16="http://schemas.microsoft.com/office/drawing/2014/main" id="{A6BE1D3D-0AEA-9CD4-4070-2509F0557210}"/>
              </a:ext>
            </a:extLst>
          </p:cNvPr>
          <p:cNvSpPr/>
          <p:nvPr/>
        </p:nvSpPr>
        <p:spPr>
          <a:xfrm>
            <a:off x="7878415" y="3448880"/>
            <a:ext cx="1722786" cy="840870"/>
          </a:xfrm>
          <a:prstGeom prst="flowChartDocumen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7321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2026-10-07T09:28:14Z</dcterms:created>
  <dcterms:modified xsi:type="dcterms:W3CDTF">2026-10-07T09:36:25Z</dcterms:modified>
</cp:coreProperties>
</file>