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6"/>
  </p:notesMasterIdLst>
  <p:sldIdLst>
    <p:sldId id="277" r:id="rId2"/>
    <p:sldId id="2042" r:id="rId3"/>
    <p:sldId id="2035" r:id="rId4"/>
    <p:sldId id="286" r:id="rId5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2"/>
          </p14:sldIdLst>
        </p14:section>
        <p14:section name="Video Capture Card" id="{FA8538CB-EEBB-42F8-BEE8-82DA04CEC9C1}">
          <p14:sldIdLst>
            <p14:sldId id="2035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 varScale="1">
        <p:scale>
          <a:sx n="81" d="100"/>
          <a:sy n="81" d="100"/>
        </p:scale>
        <p:origin x="1728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LiteX</a:t>
            </a:r>
            <a:r>
              <a:rPr lang="zh-TW" altLang="en-US" dirty="0"/>
              <a:t>：可利用其提供的互連架構及匯流排機制，整合符合其介面規範的模組。可利用 </a:t>
            </a:r>
            <a:r>
              <a:rPr lang="en-US" altLang="zh-TW" dirty="0"/>
              <a:t>CSR</a:t>
            </a:r>
            <a:r>
              <a:rPr lang="zh-TW" altLang="en-US" dirty="0"/>
              <a:t> 等機制建立控制介面，並整合到系統中。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1838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4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生態總結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521FBAA4-6E6B-1B82-9C1F-77D9FAD35C41}"/>
              </a:ext>
            </a:extLst>
          </p:cNvPr>
          <p:cNvSpPr txBox="1"/>
          <p:nvPr/>
        </p:nvSpPr>
        <p:spPr>
          <a:xfrm>
            <a:off x="609602" y="935857"/>
            <a:ext cx="8936419" cy="5488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既有框架及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等模組可減少重複開發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的互連與建置功能，能夠快速整合系統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風險與待評估事項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須確認目標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介面、記憶體及工具鏈的支援情況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可用性與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是否能提供可重用的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RTL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不一定能直接整合進其建置流程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F02D21-BE81-6368-1D62-BFDA0EC8C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065" y="4695497"/>
            <a:ext cx="7695870" cy="1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99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8BF237-AE2C-BCBD-03CB-07C643D7BB9F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https://github.com/enjoy-digital/litex?utm_source=chatgpt.com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326310</TotalTime>
  <Words>199</Words>
  <Application>Microsoft Office PowerPoint</Application>
  <PresentationFormat>A4 紙張 (210x297 公釐)</PresentationFormat>
  <Paragraphs>22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Noto Sans Symbols</vt:lpstr>
      <vt:lpstr>Arial</vt:lpstr>
      <vt:lpstr>Times New Roman</vt:lpstr>
      <vt:lpstr>template</vt:lpstr>
      <vt:lpstr>Progress Report</vt:lpstr>
      <vt:lpstr>上次進度: LiteX 生態總結</vt:lpstr>
      <vt:lpstr>本次進度: LiteX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3346</cp:revision>
  <dcterms:created xsi:type="dcterms:W3CDTF">2003-02-17T16:04:03Z</dcterms:created>
  <dcterms:modified xsi:type="dcterms:W3CDTF">2026-10-20T09:14:20Z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