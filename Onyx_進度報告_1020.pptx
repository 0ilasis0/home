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8"/>
  </p:notesMasterIdLst>
  <p:sldIdLst>
    <p:sldId id="277" r:id="rId2"/>
    <p:sldId id="2042" r:id="rId3"/>
    <p:sldId id="2035" r:id="rId4"/>
    <p:sldId id="2043" r:id="rId5"/>
    <p:sldId id="2044" r:id="rId6"/>
    <p:sldId id="286" r:id="rId7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42"/>
          </p14:sldIdLst>
        </p14:section>
        <p14:section name="Video Capture Card" id="{FA8538CB-EEBB-42F8-BEE8-82DA04CEC9C1}">
          <p14:sldIdLst>
            <p14:sldId id="2035"/>
            <p14:sldId id="2043"/>
            <p14:sldId id="2044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369" autoAdjust="0"/>
  </p:normalViewPr>
  <p:slideViewPr>
    <p:cSldViewPr snapToGrid="0">
      <p:cViewPr varScale="1">
        <p:scale>
          <a:sx n="81" d="100"/>
          <a:sy n="81" d="100"/>
        </p:scale>
        <p:origin x="1728" y="5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LiteX</a:t>
            </a:r>
            <a:r>
              <a:rPr lang="zh-TW" altLang="en-US" dirty="0"/>
              <a:t>：可利用其提供的互連架構及匯流排機制，整合符合其介面規範的模組。可利用 </a:t>
            </a:r>
            <a:r>
              <a:rPr lang="en-US" altLang="zh-TW" dirty="0"/>
              <a:t>CSR</a:t>
            </a:r>
            <a:r>
              <a:rPr lang="zh-TW" altLang="en-US" dirty="0"/>
              <a:t> 等機制建立控制介面，並整合到系統中。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18389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並沒有找到開發版在支援</a:t>
            </a:r>
            <a:r>
              <a:rPr lang="en-US" altLang="zh-TW" dirty="0" err="1"/>
              <a:t>LiteX</a:t>
            </a:r>
            <a:r>
              <a:rPr lang="zh-TW" altLang="en-US" dirty="0"/>
              <a:t>的同時也支援</a:t>
            </a:r>
            <a:r>
              <a:rPr lang="en-US" altLang="zh-TW" dirty="0"/>
              <a:t>SDI</a:t>
            </a:r>
            <a:r>
              <a:rPr lang="zh-TW" altLang="en-US" dirty="0"/>
              <a:t> 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730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11328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3640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6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生態總結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521FBAA4-6E6B-1B82-9C1F-77D9FAD35C41}"/>
              </a:ext>
            </a:extLst>
          </p:cNvPr>
          <p:cNvSpPr txBox="1"/>
          <p:nvPr/>
        </p:nvSpPr>
        <p:spPr>
          <a:xfrm>
            <a:off x="609602" y="935857"/>
            <a:ext cx="8936419" cy="5488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優勢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既有框架及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等模組可減少重複開發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的互連與建置功能，能夠快速整合系統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風險與待評估事項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須確認目標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介面、記憶體及工具鏈的支援情況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可用性與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是否能提供可重用的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影像端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RTL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不一定能直接整合進其建置流程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EF02D21-BE81-6368-1D62-BFDA0EC8C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065" y="4695497"/>
            <a:ext cx="7695870" cy="146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99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SDI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2266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to HDMI converter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降低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高速接收端的整合難度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轉換器可能改變原始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資料或出現延遲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daughter board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優點：能直接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控制資料格式及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內的影像處理流程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需要處理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接收器的配置、時脈同步、資料打包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5C8227-4C2D-4909-A366-EE527F91B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05" y="2732900"/>
            <a:ext cx="8333390" cy="892273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2B683808-EBB6-CB75-3915-CE3556387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05" y="5422216"/>
            <a:ext cx="8333390" cy="87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3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SDI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Python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描述與整合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硬體模組，建立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設計，並支援產生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與呼叫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建置工具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05EC9F3-3B1F-0804-ABB2-FED1F8682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924" y="2318143"/>
            <a:ext cx="3518336" cy="4355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64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SDI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Python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描述與整合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硬體模組，建立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設計，並支援產生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與呼叫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建置工具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7EB3549-39B2-8D39-F9FE-F239173F6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255" y="3547242"/>
            <a:ext cx="4294143" cy="25943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A146F38-59DE-6890-C656-6D1C3D1846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494" y="2317532"/>
            <a:ext cx="2565419" cy="483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71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327765</TotalTime>
  <Words>270</Words>
  <Application>Microsoft Office PowerPoint</Application>
  <PresentationFormat>A4 紙張 (210x297 公釐)</PresentationFormat>
  <Paragraphs>38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Noto Sans Symbols</vt:lpstr>
      <vt:lpstr>Arial</vt:lpstr>
      <vt:lpstr>Times New Roman</vt:lpstr>
      <vt:lpstr>template</vt:lpstr>
      <vt:lpstr>Progress Report</vt:lpstr>
      <vt:lpstr>上次進度: LiteX 生態總結</vt:lpstr>
      <vt:lpstr>本次進度: LiteX / SDI </vt:lpstr>
      <vt:lpstr>本次進度: LiteX / SDI </vt:lpstr>
      <vt:lpstr>本次進度: LiteX / SDI 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3362</cp:revision>
  <dcterms:created xsi:type="dcterms:W3CDTF">2003-02-17T16:04:03Z</dcterms:created>
  <dcterms:modified xsi:type="dcterms:W3CDTF">2026-10-21T09:29:27Z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