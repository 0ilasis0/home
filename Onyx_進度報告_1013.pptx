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0"/>
  </p:notesMasterIdLst>
  <p:sldIdLst>
    <p:sldId id="277" r:id="rId2"/>
    <p:sldId id="2022" r:id="rId3"/>
    <p:sldId id="2024" r:id="rId4"/>
    <p:sldId id="2031" r:id="rId5"/>
    <p:sldId id="2023" r:id="rId6"/>
    <p:sldId id="2025" r:id="rId7"/>
    <p:sldId id="2032" r:id="rId8"/>
    <p:sldId id="286" r:id="rId9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22"/>
            <p14:sldId id="2024"/>
            <p14:sldId id="2031"/>
            <p14:sldId id="2023"/>
          </p14:sldIdLst>
        </p14:section>
        <p14:section name="Video Capture Card" id="{FA8538CB-EEBB-42F8-BEE8-82DA04CEC9C1}">
          <p14:sldIdLst>
            <p14:sldId id="2025"/>
            <p14:sldId id="2032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0979" autoAdjust="0"/>
  </p:normalViewPr>
  <p:slideViewPr>
    <p:cSldViewPr snapToGrid="0">
      <p:cViewPr varScale="1">
        <p:scale>
          <a:sx n="77" d="100"/>
          <a:sy n="77" d="100"/>
        </p:scale>
        <p:origin x="1848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4904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89682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9197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5490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736900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8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DP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1080P)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227025"/>
              </p:ext>
            </p:extLst>
          </p:nvPr>
        </p:nvGraphicFramePr>
        <p:xfrm>
          <a:off x="2194168" y="2355145"/>
          <a:ext cx="4908067" cy="40202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7265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86890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793740652"/>
                    </a:ext>
                  </a:extLst>
                </a:gridCol>
              </a:tblGrid>
              <a:tr h="3100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CH7513A011)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A35A7D0E-9FC1-7B36-C15E-0626CB377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05415"/>
              </p:ext>
            </p:extLst>
          </p:nvPr>
        </p:nvGraphicFramePr>
        <p:xfrm>
          <a:off x="2308861" y="2370676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194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10120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6500 K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校正曲線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8779111-C171-3F99-51D4-78A958D4D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274" y="1526132"/>
            <a:ext cx="6974702" cy="4107106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E3BC4E0-7A21-4002-9743-F6D6FB98F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107" y="1526132"/>
            <a:ext cx="2686167" cy="480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103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VCGT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flow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chart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8963D8EE-DD26-57BA-202C-5B170EB57C11}"/>
              </a:ext>
            </a:extLst>
          </p:cNvPr>
          <p:cNvGrpSpPr/>
          <p:nvPr/>
        </p:nvGrpSpPr>
        <p:grpSpPr>
          <a:xfrm>
            <a:off x="3000325" y="1519659"/>
            <a:ext cx="3905350" cy="3818681"/>
            <a:chOff x="3197933" y="1849582"/>
            <a:chExt cx="3905350" cy="3818681"/>
          </a:xfrm>
        </p:grpSpPr>
        <p:sp>
          <p:nvSpPr>
            <p:cNvPr id="4" name="流程圖: 程序 3">
              <a:extLst>
                <a:ext uri="{FF2B5EF4-FFF2-40B4-BE49-F238E27FC236}">
                  <a16:creationId xmlns:a16="http://schemas.microsoft.com/office/drawing/2014/main" id="{3D14C912-A9EC-5388-9A79-00E7A2BE913D}"/>
                </a:ext>
              </a:extLst>
            </p:cNvPr>
            <p:cNvSpPr/>
            <p:nvPr/>
          </p:nvSpPr>
          <p:spPr>
            <a:xfrm>
              <a:off x="3197936" y="2868322"/>
              <a:ext cx="1562141" cy="762461"/>
            </a:xfrm>
            <a:prstGeom prst="flowChart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建立校正資料</a:t>
              </a:r>
            </a:p>
          </p:txBody>
        </p:sp>
        <p:sp>
          <p:nvSpPr>
            <p:cNvPr id="7" name="流程圖: 替代程序 6">
              <a:extLst>
                <a:ext uri="{FF2B5EF4-FFF2-40B4-BE49-F238E27FC236}">
                  <a16:creationId xmlns:a16="http://schemas.microsoft.com/office/drawing/2014/main" id="{4C09B7AE-51E2-4D8C-5235-2A9CCD83DB1A}"/>
                </a:ext>
              </a:extLst>
            </p:cNvPr>
            <p:cNvSpPr/>
            <p:nvPr/>
          </p:nvSpPr>
          <p:spPr>
            <a:xfrm>
              <a:off x="3197933" y="1849582"/>
              <a:ext cx="1562141" cy="762461"/>
            </a:xfrm>
            <a:prstGeom prst="flowChartAlternate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Calibration 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開始</a:t>
              </a:r>
            </a:p>
          </p:txBody>
        </p:sp>
        <p:sp>
          <p:nvSpPr>
            <p:cNvPr id="8" name="流程圖: 程序 7">
              <a:extLst>
                <a:ext uri="{FF2B5EF4-FFF2-40B4-BE49-F238E27FC236}">
                  <a16:creationId xmlns:a16="http://schemas.microsoft.com/office/drawing/2014/main" id="{EC44C6F4-0BE1-EAC3-6025-3660580281E8}"/>
                </a:ext>
              </a:extLst>
            </p:cNvPr>
            <p:cNvSpPr/>
            <p:nvPr/>
          </p:nvSpPr>
          <p:spPr>
            <a:xfrm>
              <a:off x="3197935" y="3887062"/>
              <a:ext cx="1562141" cy="762461"/>
            </a:xfrm>
            <a:prstGeom prst="flowChart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量測</a:t>
              </a:r>
            </a:p>
          </p:txBody>
        </p:sp>
        <p:sp>
          <p:nvSpPr>
            <p:cNvPr id="10" name="流程圖: 程序 9">
              <a:extLst>
                <a:ext uri="{FF2B5EF4-FFF2-40B4-BE49-F238E27FC236}">
                  <a16:creationId xmlns:a16="http://schemas.microsoft.com/office/drawing/2014/main" id="{57B80D49-BF58-AA8D-ADCD-B2A3D58EC713}"/>
                </a:ext>
              </a:extLst>
            </p:cNvPr>
            <p:cNvSpPr/>
            <p:nvPr/>
          </p:nvSpPr>
          <p:spPr>
            <a:xfrm>
              <a:off x="3197934" y="4905802"/>
              <a:ext cx="1562141" cy="762461"/>
            </a:xfrm>
            <a:prstGeom prst="flowChart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迭代與修正</a:t>
              </a:r>
            </a:p>
          </p:txBody>
        </p:sp>
        <p:sp>
          <p:nvSpPr>
            <p:cNvPr id="12" name="流程圖: 程序 11">
              <a:extLst>
                <a:ext uri="{FF2B5EF4-FFF2-40B4-BE49-F238E27FC236}">
                  <a16:creationId xmlns:a16="http://schemas.microsoft.com/office/drawing/2014/main" id="{F04E6E5E-A79E-E3D7-B8DC-BBC3232E950F}"/>
                </a:ext>
              </a:extLst>
            </p:cNvPr>
            <p:cNvSpPr/>
            <p:nvPr/>
          </p:nvSpPr>
          <p:spPr>
            <a:xfrm>
              <a:off x="5541142" y="2868322"/>
              <a:ext cx="1562141" cy="762461"/>
            </a:xfrm>
            <a:prstGeom prst="flowChart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建立校正曲線與生成 </a:t>
              </a:r>
              <a:r>
                <a:rPr lang="en-US" altLang="zh-TW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.CAL</a:t>
              </a:r>
              <a:endPara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716894F9-43BA-8E8C-9FC9-9C4DA7D6AFF0}"/>
                </a:ext>
              </a:extLst>
            </p:cNvPr>
            <p:cNvCxnSpPr>
              <a:cxnSpLocks/>
              <a:stCxn id="7" idx="2"/>
              <a:endCxn id="4" idx="0"/>
            </p:cNvCxnSpPr>
            <p:nvPr/>
          </p:nvCxnSpPr>
          <p:spPr>
            <a:xfrm>
              <a:off x="3979004" y="2612043"/>
              <a:ext cx="3" cy="256279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6EDDC6BE-5453-E5C7-B4B1-E343E107FA04}"/>
                </a:ext>
              </a:extLst>
            </p:cNvPr>
            <p:cNvCxnSpPr>
              <a:cxnSpLocks/>
              <a:stCxn id="4" idx="2"/>
              <a:endCxn id="8" idx="0"/>
            </p:cNvCxnSpPr>
            <p:nvPr/>
          </p:nvCxnSpPr>
          <p:spPr>
            <a:xfrm flipH="1">
              <a:off x="3979006" y="3630783"/>
              <a:ext cx="1" cy="256279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9709B473-AA11-938C-F09F-BAF1F4059D62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>
            <a:xfrm flipH="1">
              <a:off x="3979005" y="4649523"/>
              <a:ext cx="1" cy="256279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1" name="流程圖: 替代程序 30">
              <a:extLst>
                <a:ext uri="{FF2B5EF4-FFF2-40B4-BE49-F238E27FC236}">
                  <a16:creationId xmlns:a16="http://schemas.microsoft.com/office/drawing/2014/main" id="{9A9F37F1-EC99-AC10-D3A6-2F04850B2020}"/>
                </a:ext>
              </a:extLst>
            </p:cNvPr>
            <p:cNvSpPr/>
            <p:nvPr/>
          </p:nvSpPr>
          <p:spPr>
            <a:xfrm>
              <a:off x="5541142" y="3887062"/>
              <a:ext cx="1562141" cy="762461"/>
            </a:xfrm>
            <a:prstGeom prst="flowChartAlternateProcess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Calibration 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結束</a:t>
              </a:r>
            </a:p>
          </p:txBody>
        </p:sp>
        <p:cxnSp>
          <p:nvCxnSpPr>
            <p:cNvPr id="32" name="直線單箭頭接點 31">
              <a:extLst>
                <a:ext uri="{FF2B5EF4-FFF2-40B4-BE49-F238E27FC236}">
                  <a16:creationId xmlns:a16="http://schemas.microsoft.com/office/drawing/2014/main" id="{6C56FFD0-593F-2542-008B-3BE697FDAF73}"/>
                </a:ext>
              </a:extLst>
            </p:cNvPr>
            <p:cNvCxnSpPr>
              <a:cxnSpLocks/>
              <a:stCxn id="12" idx="2"/>
              <a:endCxn id="31" idx="0"/>
            </p:cNvCxnSpPr>
            <p:nvPr/>
          </p:nvCxnSpPr>
          <p:spPr>
            <a:xfrm>
              <a:off x="6322213" y="3630783"/>
              <a:ext cx="0" cy="256279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6" name="接點: 肘形 35">
              <a:extLst>
                <a:ext uri="{FF2B5EF4-FFF2-40B4-BE49-F238E27FC236}">
                  <a16:creationId xmlns:a16="http://schemas.microsoft.com/office/drawing/2014/main" id="{57CC14F7-A64E-D557-7E04-39C76249688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3197933" y="4268293"/>
              <a:ext cx="1" cy="1018740"/>
            </a:xfrm>
            <a:prstGeom prst="bentConnector3">
              <a:avLst>
                <a:gd name="adj1" fmla="val -2286000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" name="接點: 肘形 1">
              <a:extLst>
                <a:ext uri="{FF2B5EF4-FFF2-40B4-BE49-F238E27FC236}">
                  <a16:creationId xmlns:a16="http://schemas.microsoft.com/office/drawing/2014/main" id="{4FCDB75D-3F29-3E89-8074-1693A1EA0A5D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 rot="5400000" flipH="1" flipV="1">
              <a:off x="3750638" y="3096689"/>
              <a:ext cx="2799941" cy="2343208"/>
            </a:xfrm>
            <a:prstGeom prst="bentConnector5">
              <a:avLst>
                <a:gd name="adj1" fmla="val -8164"/>
                <a:gd name="adj2" fmla="val 50000"/>
                <a:gd name="adj3" fmla="val 108164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95863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/>
              <a:t>Video Capture Card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033F0CBC-B216-A52F-8C2C-837CAED2E514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研究目標：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</a:p>
        </p:txBody>
      </p:sp>
    </p:spTree>
    <p:extLst>
      <p:ext uri="{BB962C8B-B14F-4D97-AF65-F5344CB8AC3E}">
        <p14:creationId xmlns:p14="http://schemas.microsoft.com/office/powerpoint/2010/main" val="1137652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/>
              <a:t>Video Capture Card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96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322656</TotalTime>
  <Words>308</Words>
  <Application>Microsoft Office PowerPoint</Application>
  <PresentationFormat>A4 紙張 (210x297 公釐)</PresentationFormat>
  <Paragraphs>134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軟體校正結果</vt:lpstr>
      <vt:lpstr>上次進度: 軟體校正結果</vt:lpstr>
      <vt:lpstr>本次進度: 軟體校正結果</vt:lpstr>
      <vt:lpstr>上次進度: VCGT flow chart</vt:lpstr>
      <vt:lpstr>本次進度: Video Capture Card</vt:lpstr>
      <vt:lpstr>本次進度: Video Capture Card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3139</cp:revision>
  <dcterms:created xsi:type="dcterms:W3CDTF">2003-02-17T16:04:03Z</dcterms:created>
  <dcterms:modified xsi:type="dcterms:W3CDTF">2026-10-13T09:32:32Z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