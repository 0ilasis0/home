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6"/>
  </p:notesMasterIdLst>
  <p:sldIdLst>
    <p:sldId id="277" r:id="rId2"/>
    <p:sldId id="1936" r:id="rId3"/>
    <p:sldId id="1937" r:id="rId4"/>
    <p:sldId id="286" r:id="rId5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36"/>
            <p14:sldId id="1937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99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03" autoAdjust="0"/>
    <p:restoredTop sz="72606" autoAdjust="0"/>
  </p:normalViewPr>
  <p:slideViewPr>
    <p:cSldViewPr snapToGrid="0">
      <p:cViewPr varScale="1">
        <p:scale>
          <a:sx n="69" d="100"/>
          <a:sy n="69" d="100"/>
        </p:scale>
        <p:origin x="2016" y="5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8052-553F-DC52-5D97-20BD22157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8DA0D87-C7FA-7F54-314E-D4295614E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9204A75-DF32-18E0-4B4A-BB411D3A9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0C941E-3884-1379-C460-BF93668359D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296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4</a:t>
            </a:fld>
            <a:endParaRPr lang="en-US" altLang="zh-TW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BC418-93FB-B85E-3E6C-30CE8CC22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C5B78B-4B53-60CF-F0D2-7AB0EB61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研究背景與目標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A0E973E-B5E1-BA62-48A3-DFE218619D9F}"/>
              </a:ext>
            </a:extLst>
          </p:cNvPr>
          <p:cNvSpPr txBox="1"/>
          <p:nvPr/>
        </p:nvSpPr>
        <p:spPr>
          <a:xfrm>
            <a:off x="524501" y="1141596"/>
            <a:ext cx="8928101" cy="1972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的目的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是建立開放、廠商中立、跨平台的色彩管理系統架構與元件標準，是提供跨平台的 Device Profile 格式，使不同裝置之間的色彩資料可以進行轉換。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：利用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i1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顯示器量測資料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，在無法使用顯示器硬體 LUT 校正的條件下，建立軟體顯示校正資料，並將其封裝關聯至 ICC Profile，使 Windows 顯示色彩管理管線能夠將修正後的 RGB 訊號送至顯示器。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C77FC4B-A0F4-B540-B5A4-FD43A1D163D2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[Accessed: Sep. 17, 2026].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23ED9A6-53D9-66E6-C549-15AEF10145A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198" b="9185"/>
          <a:stretch/>
        </p:blipFill>
        <p:spPr>
          <a:xfrm>
            <a:off x="2163723" y="3114059"/>
            <a:ext cx="5652073" cy="328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217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03FE17D-B09D-9139-788E-94F7382115DA}"/>
              </a:ext>
            </a:extLst>
          </p:cNvPr>
          <p:cNvSpPr txBox="1"/>
          <p:nvPr/>
        </p:nvSpPr>
        <p:spPr>
          <a:xfrm>
            <a:off x="520699" y="1369489"/>
            <a:ext cx="7669813" cy="429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406400">
              <a:lnSpc>
                <a:spcPts val="3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313829</TotalTime>
  <Words>168</Words>
  <Application>Microsoft Office PowerPoint</Application>
  <PresentationFormat>A4 紙張 (210x297 公釐)</PresentationFormat>
  <Paragraphs>14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Noto Sans Symbols</vt:lpstr>
      <vt:lpstr>Arial</vt:lpstr>
      <vt:lpstr>Times New Roman</vt:lpstr>
      <vt:lpstr>template</vt:lpstr>
      <vt:lpstr>Progress Report</vt:lpstr>
      <vt:lpstr>本次進度:研究背景與目標</vt:lpstr>
      <vt:lpstr>本次進度: ICC Profile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2433</cp:revision>
  <dcterms:created xsi:type="dcterms:W3CDTF">2003-02-17T16:04:03Z</dcterms:created>
  <dcterms:modified xsi:type="dcterms:W3CDTF">2026-09-17T04:55:32Z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