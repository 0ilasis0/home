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8" r:id="rId1"/>
  </p:sldMasterIdLst>
  <p:notesMasterIdLst>
    <p:notesMasterId r:id="rId9"/>
  </p:notesMasterIdLst>
  <p:sldIdLst>
    <p:sldId id="277" r:id="rId2"/>
    <p:sldId id="1994" r:id="rId3"/>
    <p:sldId id="1937" r:id="rId4"/>
    <p:sldId id="1938" r:id="rId5"/>
    <p:sldId id="1997" r:id="rId6"/>
    <p:sldId id="1998" r:id="rId7"/>
    <p:sldId id="286" r:id="rId8"/>
  </p:sldIdLst>
  <p:sldSz cx="9906000" cy="6858000" type="A4"/>
  <p:notesSz cx="7315200" cy="96012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Head" id="{9114FBB3-8B00-422B-ACC9-030F49096E83}">
          <p14:sldIdLst>
            <p14:sldId id="277"/>
          </p14:sldIdLst>
        </p14:section>
        <p14:section name="ICC Profile" id="{7925A652-D02A-4F07-B4BA-109FEF573EC6}">
          <p14:sldIdLst>
            <p14:sldId id="1994"/>
            <p14:sldId id="1937"/>
            <p14:sldId id="1938"/>
            <p14:sldId id="1997"/>
            <p14:sldId id="1998"/>
          </p14:sldIdLst>
        </p14:section>
        <p14:section name="End" id="{33EEDC85-A799-4CB3-BF13-F4955B8630BE}">
          <p14:sldIdLst>
            <p14:sldId id="286"/>
          </p14:sldIdLst>
        </p14:section>
      </p14:sectionLst>
    </p:ext>
    <p:ext uri="{EFAFB233-063F-42B5-8137-9DF3F51BA10A}">
      <p15:sldGuideLst xmlns:p15="http://schemas.microsoft.com/office/powerpoint/2012/main">
        <p15:guide id="1" orient="horz" pos="2160">
          <p15:clr>
            <a:srgbClr val="A4A3A4"/>
          </p15:clr>
        </p15:guide>
        <p15:guide id="2" pos="3120">
          <p15:clr>
            <a:srgbClr val="A4A3A4"/>
          </p15:clr>
        </p15:guide>
      </p15:sldGuideLst>
    </p:ext>
    <p:ext uri="{2D200454-40CA-4A62-9FC3-DE9A4176ACB9}">
      <p15:notesGuideLst xmlns:p15="http://schemas.microsoft.com/office/powerpoint/2012/main">
        <p15:guide id="1" orient="horz" pos="3024">
          <p15:clr>
            <a:srgbClr val="A4A3A4"/>
          </p15:clr>
        </p15:guide>
        <p15:guide id="2" pos="2304">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m10902143" initials="m" lastIdx="1" clrIdx="0"/>
  <p:cmAuthor id="2" name="James Kuo" initials="JK" lastIdx="1" clrIdx="1"/>
  <p:cmAuthor id="3" name="昇鴻 李" initials="昇鴻" lastIdx="1" clrIdx="2">
    <p:extLst>
      <p:ext uri="{19B8F6BF-5375-455C-9EA6-DF929625EA0E}">
        <p15:presenceInfo xmlns:p15="http://schemas.microsoft.com/office/powerpoint/2012/main" userId="72a70edeaa250c2c" providerId="Windows Live"/>
      </p:ext>
    </p:extLst>
  </p:cmAuthor>
  <p:cmAuthor id="4" name="宏德 林" initials="宏林" lastIdx="2" clrIdx="3">
    <p:extLst>
      <p:ext uri="{19B8F6BF-5375-455C-9EA6-DF929625EA0E}">
        <p15:presenceInfo xmlns:p15="http://schemas.microsoft.com/office/powerpoint/2012/main" userId="933d0002216be5bd" providerId="Windows Live"/>
      </p:ext>
    </p:extLst>
  </p:cmAuthor>
  <p:cmAuthor id="5" name="LI CHIH HSIANG" initials="LCH" lastIdx="6" clrIdx="4">
    <p:extLst>
      <p:ext uri="{19B8F6BF-5375-455C-9EA6-DF929625EA0E}">
        <p15:presenceInfo xmlns:p15="http://schemas.microsoft.com/office/powerpoint/2012/main" userId="LI CHIH HSIANG" providerId="None"/>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FF9900"/>
    <a:srgbClr val="00B050"/>
    <a:srgbClr val="0057C0"/>
    <a:srgbClr val="FFC000"/>
    <a:srgbClr val="FFFFFF"/>
    <a:srgbClr val="8958B1"/>
    <a:srgbClr val="C58DEF"/>
    <a:srgbClr val="993366"/>
    <a:srgbClr val="58148B"/>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BD433FD4-3D7A-4217-8E80-1680D7E9CC69}" styleName="Table_0">
    <a:wholeTbl>
      <a:tcTxStyle b="off" i="off">
        <a:font>
          <a:latin typeface="Times New Roman"/>
          <a:ea typeface="Times New Roman"/>
          <a:cs typeface="Times New Roman"/>
        </a:font>
        <a:schemeClr val="dk1"/>
      </a:tcTxStyle>
      <a:tcStyle>
        <a:tcBdr>
          <a:left>
            <a:ln w="9525" cap="flat" cmpd="sng">
              <a:solidFill>
                <a:srgbClr val="000000">
                  <a:alpha val="0"/>
                </a:srgbClr>
              </a:solidFill>
              <a:prstDash val="solid"/>
              <a:round/>
              <a:headEnd type="none" w="sm" len="sm"/>
              <a:tailEnd type="none" w="sm" len="sm"/>
            </a:ln>
          </a:left>
          <a:right>
            <a:ln w="9525" cap="flat" cmpd="sng">
              <a:solidFill>
                <a:srgbClr val="000000">
                  <a:alpha val="0"/>
                </a:srgbClr>
              </a:solidFill>
              <a:prstDash val="solid"/>
              <a:round/>
              <a:headEnd type="none" w="sm" len="sm"/>
              <a:tailEnd type="none" w="sm" len="sm"/>
            </a:ln>
          </a:right>
          <a:top>
            <a:ln w="25400" cap="flat" cmpd="sng">
              <a:solidFill>
                <a:schemeClr val="dk1"/>
              </a:solidFill>
              <a:prstDash val="solid"/>
              <a:round/>
              <a:headEnd type="none" w="sm" len="sm"/>
              <a:tailEnd type="none" w="sm" len="sm"/>
            </a:ln>
          </a:top>
          <a:bottom>
            <a:ln w="25400" cap="flat" cmpd="sng">
              <a:solidFill>
                <a:schemeClr val="dk1"/>
              </a:solidFill>
              <a:prstDash val="solid"/>
              <a:round/>
              <a:headEnd type="none" w="sm" len="sm"/>
              <a:tailEnd type="none" w="sm" len="sm"/>
            </a:ln>
          </a:bottom>
          <a:insideH>
            <a:ln w="9525" cap="flat" cmpd="sng">
              <a:solidFill>
                <a:srgbClr val="000000">
                  <a:alpha val="0"/>
                </a:srgbClr>
              </a:solidFill>
              <a:prstDash val="solid"/>
              <a:round/>
              <a:headEnd type="none" w="sm" len="sm"/>
              <a:tailEnd type="none" w="sm" len="sm"/>
            </a:ln>
          </a:insideH>
          <a:insideV>
            <a:ln w="9525" cap="flat" cmpd="sng">
              <a:solidFill>
                <a:srgbClr val="000000">
                  <a:alpha val="0"/>
                </a:srgbClr>
              </a:solidFill>
              <a:prstDash val="solid"/>
              <a:round/>
              <a:headEnd type="none" w="sm" len="sm"/>
              <a:tailEnd type="none" w="sm" len="sm"/>
            </a:ln>
          </a:insideV>
        </a:tcBdr>
        <a:fill>
          <a:solidFill>
            <a:schemeClr val="lt1"/>
          </a:solidFill>
        </a:fill>
      </a:tcStyle>
    </a:wholeTbl>
    <a:band1H>
      <a:tcStyle>
        <a:tcBdr/>
        <a:fill>
          <a:solidFill>
            <a:srgbClr val="E6E6E6"/>
          </a:solidFill>
        </a:fill>
      </a:tcStyle>
    </a:band1H>
    <a:band2H>
      <a:tcStyle>
        <a:tcBdr/>
      </a:tcStyle>
    </a:band2H>
    <a:band1V>
      <a:tcStyle>
        <a:tcBdr/>
        <a:fill>
          <a:solidFill>
            <a:srgbClr val="E6E6E6"/>
          </a:solidFill>
        </a:fill>
      </a:tcStyle>
    </a:band1V>
    <a:band2V>
      <a:tcStyle>
        <a:tcBdr/>
      </a:tcStyle>
    </a:band2V>
    <a:lastCol>
      <a:tcTxStyle b="on" i="off">
        <a:font>
          <a:latin typeface="Times New Roman"/>
          <a:ea typeface="Times New Roman"/>
          <a:cs typeface="Times New Roman"/>
        </a:font>
        <a:schemeClr val="lt1"/>
      </a:tcTxStyle>
      <a:tcStyle>
        <a:tcBdr/>
        <a:fill>
          <a:solidFill>
            <a:schemeClr val="accent2"/>
          </a:solidFill>
        </a:fill>
      </a:tcStyle>
    </a:lastCol>
    <a:firstCol>
      <a:tcTxStyle b="on" i="off">
        <a:font>
          <a:latin typeface="Times New Roman"/>
          <a:ea typeface="Times New Roman"/>
          <a:cs typeface="Times New Roman"/>
        </a:font>
        <a:schemeClr val="lt1"/>
      </a:tcTxStyle>
      <a:tcStyle>
        <a:tcBdr/>
        <a:fill>
          <a:solidFill>
            <a:schemeClr val="accent2"/>
          </a:solidFill>
        </a:fill>
      </a:tcStyle>
    </a:firstCol>
    <a:lastRow>
      <a:tcTxStyle b="on" i="off"/>
      <a:tcStyle>
        <a:tcBdr>
          <a:top>
            <a:ln w="50800" cap="flat" cmpd="sng">
              <a:solidFill>
                <a:schemeClr val="dk1"/>
              </a:solidFill>
              <a:prstDash val="solid"/>
              <a:round/>
              <a:headEnd type="none" w="sm" len="sm"/>
              <a:tailEnd type="none" w="sm" len="sm"/>
            </a:ln>
          </a:top>
        </a:tcBdr>
        <a:fill>
          <a:solidFill>
            <a:schemeClr val="lt1"/>
          </a:solidFill>
        </a:fill>
      </a:tcStyle>
    </a:lastRow>
    <a:seCell>
      <a:tcTxStyle b="on" i="off">
        <a:font>
          <a:latin typeface="Times New Roman"/>
          <a:ea typeface="Times New Roman"/>
          <a:cs typeface="Times New Roman"/>
        </a:font>
        <a:schemeClr val="dk1"/>
      </a:tcTxStyle>
      <a:tcStyle>
        <a:tcBdr/>
      </a:tcStyle>
    </a:seCell>
    <a:swCell>
      <a:tcTxStyle b="on" i="off">
        <a:font>
          <a:latin typeface="Times New Roman"/>
          <a:ea typeface="Times New Roman"/>
          <a:cs typeface="Times New Roman"/>
        </a:font>
        <a:schemeClr val="dk1"/>
      </a:tcTxStyle>
      <a:tcStyle>
        <a:tcBdr/>
      </a:tcStyle>
    </a:swCell>
    <a:firstRow>
      <a:tcTxStyle b="on" i="off">
        <a:font>
          <a:latin typeface="Times New Roman"/>
          <a:ea typeface="Times New Roman"/>
          <a:cs typeface="Times New Roman"/>
        </a:font>
        <a:schemeClr val="lt1"/>
      </a:tcTxStyle>
      <a:tcStyle>
        <a:tcBdr>
          <a:bottom>
            <a:ln w="25400" cap="flat" cmpd="sng">
              <a:solidFill>
                <a:schemeClr val="dk1"/>
              </a:solidFill>
              <a:prstDash val="solid"/>
              <a:round/>
              <a:headEnd type="none" w="sm" len="sm"/>
              <a:tailEnd type="none" w="sm" len="sm"/>
            </a:ln>
          </a:bottom>
        </a:tcBdr>
        <a:fill>
          <a:solidFill>
            <a:schemeClr val="accent2"/>
          </a:solidFill>
        </a:fill>
      </a:tcStyle>
    </a:firstRow>
    <a:neCell>
      <a:tcStyle>
        <a:tcBdr/>
      </a:tcStyle>
    </a:neCell>
    <a:nwCell>
      <a:tcStyle>
        <a:tcBdr/>
      </a:tcStyle>
    </a:nwCell>
  </a:tblStyle>
  <a:tblStyle styleId="{3E919B74-BC6B-4152-9BDB-477648A112FC}" styleName="Table_1">
    <a:wholeTbl>
      <a:tcTxStyle b="off" i="off">
        <a:font>
          <a:latin typeface="Times New Roman"/>
          <a:ea typeface="Times New Roman"/>
          <a:cs typeface="Times New Roman"/>
        </a:font>
        <a:schemeClr val="dk1"/>
      </a:tcTxStyle>
      <a:tcStyle>
        <a:tcBdr>
          <a:left>
            <a:ln w="12700" cap="flat" cmpd="sng">
              <a:solidFill>
                <a:schemeClr val="lt1"/>
              </a:solidFill>
              <a:prstDash val="solid"/>
              <a:round/>
              <a:headEnd type="none" w="sm" len="sm"/>
              <a:tailEnd type="none" w="sm" len="sm"/>
            </a:ln>
          </a:left>
          <a:right>
            <a:ln w="12700" cap="flat" cmpd="sng">
              <a:solidFill>
                <a:schemeClr val="lt1"/>
              </a:solidFill>
              <a:prstDash val="solid"/>
              <a:round/>
              <a:headEnd type="none" w="sm" len="sm"/>
              <a:tailEnd type="none" w="sm" len="sm"/>
            </a:ln>
          </a:right>
          <a:top>
            <a:ln w="12700" cap="flat" cmpd="sng">
              <a:solidFill>
                <a:schemeClr val="lt1"/>
              </a:solidFill>
              <a:prstDash val="solid"/>
              <a:round/>
              <a:headEnd type="none" w="sm" len="sm"/>
              <a:tailEnd type="none" w="sm" len="sm"/>
            </a:ln>
          </a:top>
          <a:bottom>
            <a:ln w="12700" cap="flat" cmpd="sng">
              <a:solidFill>
                <a:schemeClr val="lt1"/>
              </a:solidFill>
              <a:prstDash val="solid"/>
              <a:round/>
              <a:headEnd type="none" w="sm" len="sm"/>
              <a:tailEnd type="none" w="sm" len="sm"/>
            </a:ln>
          </a:bottom>
          <a:insideH>
            <a:ln w="12700" cap="flat" cmpd="sng">
              <a:solidFill>
                <a:schemeClr val="lt1"/>
              </a:solidFill>
              <a:prstDash val="solid"/>
              <a:round/>
              <a:headEnd type="none" w="sm" len="sm"/>
              <a:tailEnd type="none" w="sm" len="sm"/>
            </a:ln>
          </a:insideH>
          <a:insideV>
            <a:ln w="12700" cap="flat" cmpd="sng">
              <a:solidFill>
                <a:schemeClr val="lt1"/>
              </a:solidFill>
              <a:prstDash val="solid"/>
              <a:round/>
              <a:headEnd type="none" w="sm" len="sm"/>
              <a:tailEnd type="none" w="sm" len="sm"/>
            </a:ln>
          </a:insideV>
        </a:tcBdr>
        <a:fill>
          <a:solidFill>
            <a:srgbClr val="E6F6EF"/>
          </a:solidFill>
        </a:fill>
      </a:tcStyle>
    </a:wholeTbl>
    <a:band1H>
      <a:tcStyle>
        <a:tcBdr/>
        <a:fill>
          <a:solidFill>
            <a:srgbClr val="CAECDD"/>
          </a:solidFill>
        </a:fill>
      </a:tcStyle>
    </a:band1H>
    <a:band2H>
      <a:tcStyle>
        <a:tcBdr/>
      </a:tcStyle>
    </a:band2H>
    <a:band1V>
      <a:tcStyle>
        <a:tcBdr/>
        <a:fill>
          <a:solidFill>
            <a:srgbClr val="CAECDD"/>
          </a:solidFill>
        </a:fill>
      </a:tcStyle>
    </a:band1V>
    <a:band2V>
      <a:tcStyle>
        <a:tcBdr/>
      </a:tcStyle>
    </a:band2V>
    <a:lastCol>
      <a:tcTxStyle b="on" i="off">
        <a:font>
          <a:latin typeface="Times New Roman"/>
          <a:ea typeface="Times New Roman"/>
          <a:cs typeface="Times New Roman"/>
        </a:font>
        <a:schemeClr val="lt1"/>
      </a:tcTxStyle>
      <a:tcStyle>
        <a:tcBdr/>
        <a:fill>
          <a:solidFill>
            <a:schemeClr val="accent1"/>
          </a:solidFill>
        </a:fill>
      </a:tcStyle>
    </a:lastCol>
    <a:firstCol>
      <a:tcTxStyle b="on" i="off">
        <a:font>
          <a:latin typeface="Times New Roman"/>
          <a:ea typeface="Times New Roman"/>
          <a:cs typeface="Times New Roman"/>
        </a:font>
        <a:schemeClr val="lt1"/>
      </a:tcTxStyle>
      <a:tcStyle>
        <a:tcBdr/>
        <a:fill>
          <a:solidFill>
            <a:schemeClr val="accent1"/>
          </a:solidFill>
        </a:fill>
      </a:tcStyle>
    </a:firstCol>
    <a:lastRow>
      <a:tcTxStyle b="on" i="off">
        <a:font>
          <a:latin typeface="Times New Roman"/>
          <a:ea typeface="Times New Roman"/>
          <a:cs typeface="Times New Roman"/>
        </a:font>
        <a:schemeClr val="lt1"/>
      </a:tcTxStyle>
      <a:tcStyle>
        <a:tcBdr>
          <a:top>
            <a:ln w="38100" cap="flat" cmpd="sng">
              <a:solidFill>
                <a:schemeClr val="lt1"/>
              </a:solidFill>
              <a:prstDash val="solid"/>
              <a:round/>
              <a:headEnd type="none" w="sm" len="sm"/>
              <a:tailEnd type="none" w="sm" len="sm"/>
            </a:ln>
          </a:top>
        </a:tcBdr>
        <a:fill>
          <a:solidFill>
            <a:schemeClr val="accent1"/>
          </a:solidFill>
        </a:fill>
      </a:tcStyle>
    </a:lastRow>
    <a:seCell>
      <a:tcStyle>
        <a:tcBdr/>
      </a:tcStyle>
    </a:seCell>
    <a:swCell>
      <a:tcStyle>
        <a:tcBdr/>
      </a:tcStyle>
    </a:swCell>
    <a:firstRow>
      <a:tcTxStyle b="on" i="off">
        <a:font>
          <a:latin typeface="Times New Roman"/>
          <a:ea typeface="Times New Roman"/>
          <a:cs typeface="Times New Roman"/>
        </a:font>
        <a:schemeClr val="lt1"/>
      </a:tcTxStyle>
      <a:tcStyle>
        <a:tcBdr>
          <a:bottom>
            <a:ln w="38100" cap="flat" cmpd="sng">
              <a:solidFill>
                <a:schemeClr val="lt1"/>
              </a:solidFill>
              <a:prstDash val="solid"/>
              <a:round/>
              <a:headEnd type="none" w="sm" len="sm"/>
              <a:tailEnd type="none" w="sm" len="sm"/>
            </a:ln>
          </a:bottom>
        </a:tcBdr>
        <a:fill>
          <a:solidFill>
            <a:schemeClr val="accent1"/>
          </a:solidFill>
        </a:fill>
      </a:tcStyle>
    </a:firstRow>
    <a:neCell>
      <a:tcStyle>
        <a:tcBdr/>
      </a:tcStyle>
    </a:neCell>
    <a:nwCell>
      <a:tcStyle>
        <a:tcBdr/>
      </a:tcStyle>
    </a:nwCell>
  </a:tblStyle>
  <a:tblStyle styleId="{72833802-FEF1-4C79-8D5D-14CF1EAF98D9}" styleName="淺色樣式 2 - 輔色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69C7853C-536D-4A76-A0AE-DD22124D55A5}" styleName="佈景主題樣式 1 - 輔色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75DCB02-9BB8-47FD-8907-85C794F793BA}" styleName="佈景主題樣式 1 - 輔色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284E427A-3D55-4303-BF80-6455036E1DE7}" styleName="佈景主題樣式 1 - 輔色 2">
    <a:tblBg>
      <a:fillRef idx="2">
        <a:schemeClr val="accent2"/>
      </a:fillRef>
      <a:effectRef idx="1">
        <a:schemeClr val="accent2"/>
      </a:effectRef>
    </a:tblBg>
    <a:wholeTbl>
      <a:tcTxStyle>
        <a:fontRef idx="minor">
          <a:scrgbClr r="0" g="0" b="0"/>
        </a:fontRef>
        <a:schemeClr val="dk1"/>
      </a:tcTxStyle>
      <a:tcStyle>
        <a:tcBdr>
          <a:left>
            <a:lnRef idx="1">
              <a:schemeClr val="accent2"/>
            </a:lnRef>
          </a:left>
          <a:right>
            <a:lnRef idx="1">
              <a:schemeClr val="accent2"/>
            </a:lnRef>
          </a:right>
          <a:top>
            <a:lnRef idx="1">
              <a:schemeClr val="accent2"/>
            </a:lnRef>
          </a:top>
          <a:bottom>
            <a:lnRef idx="1">
              <a:schemeClr val="accent2"/>
            </a:lnRef>
          </a:bottom>
          <a:insideH>
            <a:lnRef idx="1">
              <a:schemeClr val="accent2"/>
            </a:lnRef>
          </a:insideH>
          <a:insideV>
            <a:lnRef idx="1">
              <a:schemeClr val="accent2"/>
            </a:lnRef>
          </a:insideV>
        </a:tcBdr>
        <a:fill>
          <a:noFill/>
        </a:fill>
      </a:tcStyle>
    </a:wholeTbl>
    <a:band1H>
      <a:tcStyle>
        <a:tcBdr/>
        <a:fill>
          <a:solidFill>
            <a:schemeClr val="accent2">
              <a:alpha val="40000"/>
            </a:schemeClr>
          </a:solidFill>
        </a:fill>
      </a:tcStyle>
    </a:band1H>
    <a:band2H>
      <a:tcStyle>
        <a:tcBdr/>
      </a:tcStyle>
    </a:band2H>
    <a:band1V>
      <a:tcStyle>
        <a:tcBdr>
          <a:top>
            <a:lnRef idx="1">
              <a:schemeClr val="accent2"/>
            </a:lnRef>
          </a:top>
          <a:bottom>
            <a:lnRef idx="1">
              <a:schemeClr val="accent2"/>
            </a:lnRef>
          </a:bottom>
        </a:tcBdr>
        <a:fill>
          <a:solidFill>
            <a:schemeClr val="accent2">
              <a:alpha val="40000"/>
            </a:schemeClr>
          </a:solidFill>
        </a:fill>
      </a:tcStyle>
    </a:band1V>
    <a:band2V>
      <a:tcStyle>
        <a:tcBdr/>
      </a:tcStyle>
    </a:band2V>
    <a:lastCol>
      <a:tcTxStyle b="on"/>
      <a:tcStyle>
        <a:tcBdr>
          <a:left>
            <a:lnRef idx="2">
              <a:schemeClr val="accent2"/>
            </a:lnRef>
          </a:left>
          <a:right>
            <a:lnRef idx="1">
              <a:schemeClr val="accent2"/>
            </a:lnRef>
          </a:right>
          <a:top>
            <a:lnRef idx="1">
              <a:schemeClr val="accent2"/>
            </a:lnRef>
          </a:top>
          <a:bottom>
            <a:lnRef idx="1">
              <a:schemeClr val="accent2"/>
            </a:lnRef>
          </a:bottom>
          <a:insideH>
            <a:lnRef idx="1">
              <a:schemeClr val="accent2"/>
            </a:lnRef>
          </a:insideH>
          <a:insideV>
            <a:ln>
              <a:noFill/>
            </a:ln>
          </a:insideV>
        </a:tcBdr>
      </a:tcStyle>
    </a:lastCol>
    <a:firstCol>
      <a:tcTxStyle b="on"/>
      <a:tcStyle>
        <a:tcBdr>
          <a:left>
            <a:lnRef idx="1">
              <a:schemeClr val="accent2"/>
            </a:lnRef>
          </a:left>
          <a:right>
            <a:lnRef idx="2">
              <a:schemeClr val="accent2"/>
            </a:lnRef>
          </a:right>
          <a:top>
            <a:lnRef idx="1">
              <a:schemeClr val="accent2"/>
            </a:lnRef>
          </a:top>
          <a:bottom>
            <a:lnRef idx="1">
              <a:schemeClr val="accent2"/>
            </a:lnRef>
          </a:bottom>
          <a:insideH>
            <a:lnRef idx="1">
              <a:schemeClr val="accent2"/>
            </a:lnRef>
          </a:insideH>
          <a:insideV>
            <a:ln>
              <a:noFill/>
            </a:ln>
          </a:insideV>
        </a:tcBdr>
      </a:tcStyle>
    </a:firstCol>
    <a:lastRow>
      <a:tcTxStyle b="on"/>
      <a:tcStyle>
        <a:tcBdr>
          <a:left>
            <a:lnRef idx="1">
              <a:schemeClr val="accent2"/>
            </a:lnRef>
          </a:left>
          <a:right>
            <a:lnRef idx="1">
              <a:schemeClr val="accent2"/>
            </a:lnRef>
          </a:right>
          <a:top>
            <a:lnRef idx="2">
              <a:schemeClr val="accent2"/>
            </a:lnRef>
          </a:top>
          <a:bottom>
            <a:lnRef idx="2">
              <a:schemeClr val="accent2"/>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2"/>
            </a:lnRef>
          </a:left>
          <a:right>
            <a:lnRef idx="1">
              <a:schemeClr val="accent2"/>
            </a:lnRef>
          </a:right>
          <a:top>
            <a:lnRef idx="1">
              <a:schemeClr val="accent2"/>
            </a:lnRef>
          </a:top>
          <a:bottom>
            <a:lnRef idx="2">
              <a:schemeClr val="lt1"/>
            </a:lnRef>
          </a:bottom>
          <a:insideH>
            <a:ln>
              <a:noFill/>
            </a:ln>
          </a:insideH>
          <a:insideV>
            <a:ln>
              <a:noFill/>
            </a:ln>
          </a:insideV>
        </a:tcBdr>
        <a:fill>
          <a:solidFill>
            <a:schemeClr val="accent2"/>
          </a:solidFill>
        </a:fill>
      </a:tcStyle>
    </a:firstRow>
  </a:tblStyle>
  <a:tblStyle styleId="{3C2FFA5D-87B4-456A-9821-1D502468CF0F}" styleName="佈景主題樣式 1 - 輔色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18603FDC-E32A-4AB5-989C-0864C3EAD2B8}" styleName="佈景主題樣式 2 - 輔色 2">
    <a:tblBg>
      <a:fillRef idx="3">
        <a:schemeClr val="accent2"/>
      </a:fillRef>
      <a:effectRef idx="3">
        <a:schemeClr val="accent2"/>
      </a:effectRef>
    </a:tblBg>
    <a:wholeTbl>
      <a:tcTxStyle>
        <a:fontRef idx="minor">
          <a:scrgbClr r="0" g="0" b="0"/>
        </a:fontRef>
        <a:schemeClr val="lt1"/>
      </a:tcTxStyle>
      <a:tcStyle>
        <a:tcBdr>
          <a:left>
            <a:lnRef idx="1">
              <a:schemeClr val="accent2">
                <a:tint val="50000"/>
              </a:schemeClr>
            </a:lnRef>
          </a:left>
          <a:right>
            <a:lnRef idx="1">
              <a:schemeClr val="accent2">
                <a:tint val="50000"/>
              </a:schemeClr>
            </a:lnRef>
          </a:right>
          <a:top>
            <a:lnRef idx="1">
              <a:schemeClr val="accent2">
                <a:tint val="50000"/>
              </a:schemeClr>
            </a:lnRef>
          </a:top>
          <a:bottom>
            <a:lnRef idx="1">
              <a:schemeClr val="accent2">
                <a:tint val="50000"/>
              </a:schemeClr>
            </a:lnRef>
          </a:bottom>
          <a:insideH>
            <a:ln>
              <a:noFill/>
            </a:ln>
          </a:insideH>
          <a:insideV>
            <a:ln>
              <a:noFill/>
            </a:ln>
          </a:insideV>
        </a:tcBdr>
        <a:fill>
          <a:noFill/>
        </a:fill>
      </a:tcStyle>
    </a:wholeTbl>
    <a:band1H>
      <a:tcStyle>
        <a:tcBdr/>
        <a:fill>
          <a:solidFill>
            <a:schemeClr val="lt1">
              <a:alpha val="20000"/>
            </a:schemeClr>
          </a:solidFill>
        </a:fill>
      </a:tcStyle>
    </a:band1H>
    <a:band1V>
      <a:tcStyle>
        <a:tcBdr/>
        <a:fill>
          <a:solidFill>
            <a:schemeClr val="lt1">
              <a:alpha val="20000"/>
            </a:schemeClr>
          </a:solidFill>
        </a:fill>
      </a:tcStyle>
    </a:band1V>
    <a:lastCol>
      <a:tcTxStyle b="on"/>
      <a:tcStyle>
        <a:tcBdr>
          <a:left>
            <a:lnRef idx="2">
              <a:schemeClr val="lt1"/>
            </a:lnRef>
          </a:left>
        </a:tcBdr>
      </a:tcStyle>
    </a:lastCol>
    <a:firstCol>
      <a:tcTxStyle b="on"/>
      <a:tcStyle>
        <a:tcBdr>
          <a:right>
            <a:lnRef idx="2">
              <a:schemeClr val="lt1"/>
            </a:lnRef>
          </a:right>
        </a:tcBdr>
      </a:tcStyle>
    </a:firstCol>
    <a:lastRow>
      <a:tcTxStyle b="on"/>
      <a:tcStyle>
        <a:tcBdr>
          <a:top>
            <a:lnRef idx="2">
              <a:schemeClr val="lt1"/>
            </a:lnRef>
          </a:top>
        </a:tcBdr>
        <a:fill>
          <a:noFill/>
        </a:fill>
      </a:tcStyle>
    </a:lastRow>
    <a:seCell>
      <a:tcStyle>
        <a:tcBdr>
          <a:left>
            <a:ln>
              <a:noFill/>
            </a:ln>
          </a:left>
          <a:top>
            <a:ln>
              <a:noFill/>
            </a:ln>
          </a:top>
        </a:tcBdr>
      </a:tcStyle>
    </a:seCell>
    <a:swCell>
      <a:tcStyle>
        <a:tcBdr>
          <a:right>
            <a:ln>
              <a:noFill/>
            </a:ln>
          </a:right>
          <a:top>
            <a:ln>
              <a:noFill/>
            </a:ln>
          </a:top>
        </a:tcBdr>
      </a:tcStyle>
    </a:swCell>
    <a:firstRow>
      <a:tcTxStyle b="on"/>
      <a:tcStyle>
        <a:tcBdr>
          <a:bottom>
            <a:lnRef idx="3">
              <a:schemeClr val="lt1"/>
            </a:lnRef>
          </a:bottom>
        </a:tcBdr>
        <a:fill>
          <a:noFill/>
        </a:fill>
      </a:tcStyle>
    </a:firstRow>
    <a:neCell>
      <a:tcStyle>
        <a:tcBdr>
          <a:bottom>
            <a:ln>
              <a:noFill/>
            </a:ln>
          </a:bottom>
        </a:tcBdr>
      </a:tcStyle>
    </a:neCell>
  </a:tblStyle>
  <a:tblStyle styleId="{0E3FDE45-AF77-4B5C-9715-49D594BDF05E}" styleName="淺色樣式 1 - 輔色 2">
    <a:wholeTbl>
      <a:tcTxStyle>
        <a:fontRef idx="minor">
          <a:scrgbClr r="0" g="0" b="0"/>
        </a:fontRef>
        <a:schemeClr val="tx1"/>
      </a:tcTxStyle>
      <a:tcStyle>
        <a:tcBdr>
          <a:left>
            <a:ln>
              <a:noFill/>
            </a:ln>
          </a:left>
          <a:right>
            <a:ln>
              <a:noFill/>
            </a:ln>
          </a:right>
          <a:top>
            <a:ln w="12700" cmpd="sng">
              <a:solidFill>
                <a:schemeClr val="accent2"/>
              </a:solidFill>
            </a:ln>
          </a:top>
          <a:bottom>
            <a:ln w="12700" cmpd="sng">
              <a:solidFill>
                <a:schemeClr val="accent2"/>
              </a:solidFill>
            </a:ln>
          </a:bottom>
          <a:insideH>
            <a:ln>
              <a:noFill/>
            </a:ln>
          </a:insideH>
          <a:insideV>
            <a:ln>
              <a:noFill/>
            </a:ln>
          </a:insideV>
        </a:tcBdr>
        <a:fill>
          <a:noFill/>
        </a:fill>
      </a:tcStyle>
    </a:wholeTbl>
    <a:band1H>
      <a:tcStyle>
        <a:tcBdr/>
        <a:fill>
          <a:solidFill>
            <a:schemeClr val="accent2">
              <a:alpha val="20000"/>
            </a:schemeClr>
          </a:solidFill>
        </a:fill>
      </a:tcStyle>
    </a:band1H>
    <a:band2H>
      <a:tcStyle>
        <a:tcBdr/>
      </a:tcStyle>
    </a:band2H>
    <a:band1V>
      <a:tcStyle>
        <a:tcBdr/>
        <a:fill>
          <a:solidFill>
            <a:schemeClr val="accent2">
              <a:alpha val="20000"/>
            </a:schemeClr>
          </a:solidFill>
        </a:fill>
      </a:tcStyle>
    </a:band1V>
    <a:lastCol>
      <a:tcTxStyle b="on"/>
      <a:tcStyle>
        <a:tcBdr/>
      </a:tcStyle>
    </a:lastCol>
    <a:firstCol>
      <a:tcTxStyle b="on"/>
      <a:tcStyle>
        <a:tcBdr/>
      </a:tcStyle>
    </a:firstCol>
    <a:lastRow>
      <a:tcTxStyle b="on"/>
      <a:tcStyle>
        <a:tcBdr>
          <a:top>
            <a:ln w="12700" cmpd="sng">
              <a:solidFill>
                <a:schemeClr val="accent2"/>
              </a:solidFill>
            </a:ln>
          </a:top>
        </a:tcBdr>
        <a:fill>
          <a:noFill/>
        </a:fill>
      </a:tcStyle>
    </a:lastRow>
    <a:firstRow>
      <a:tcTxStyle b="on"/>
      <a:tcStyle>
        <a:tcBdr>
          <a:bottom>
            <a:ln w="12700" cmpd="sng">
              <a:solidFill>
                <a:schemeClr val="accent2"/>
              </a:solidFill>
            </a:ln>
          </a:bottom>
        </a:tcBdr>
        <a:fill>
          <a:noFill/>
        </a:fill>
      </a:tcStyle>
    </a:firstRow>
  </a:tblStyle>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10A1B5D5-9B99-4C35-A422-299274C87663}" styleName="中等深淺樣式 1 - 輔色 6">
    <a:wholeTbl>
      <a:tcTxStyle>
        <a:fontRef idx="minor">
          <a:scrgbClr r="0" g="0" b="0"/>
        </a:fontRef>
        <a:schemeClr val="dk1"/>
      </a:tcTxStyle>
      <a:tcStyle>
        <a:tcBdr>
          <a:left>
            <a:ln w="12700" cmpd="sng">
              <a:solidFill>
                <a:schemeClr val="accent6"/>
              </a:solidFill>
            </a:ln>
          </a:left>
          <a:right>
            <a:ln w="12700" cmpd="sng">
              <a:solidFill>
                <a:schemeClr val="accent6"/>
              </a:solidFill>
            </a:ln>
          </a:right>
          <a:top>
            <a:ln w="12700" cmpd="sng">
              <a:solidFill>
                <a:schemeClr val="accent6"/>
              </a:solidFill>
            </a:ln>
          </a:top>
          <a:bottom>
            <a:ln w="12700" cmpd="sng">
              <a:solidFill>
                <a:schemeClr val="accent6"/>
              </a:solidFill>
            </a:ln>
          </a:bottom>
          <a:insideH>
            <a:ln w="12700" cmpd="sng">
              <a:solidFill>
                <a:schemeClr val="accent6"/>
              </a:solidFill>
            </a:ln>
          </a:insideH>
          <a:insideV>
            <a:ln>
              <a:noFill/>
            </a:ln>
          </a:insideV>
        </a:tcBdr>
        <a:fill>
          <a:solidFill>
            <a:schemeClr val="lt1"/>
          </a:solidFill>
        </a:fill>
      </a:tcStyle>
    </a:wholeTbl>
    <a:band1H>
      <a:tcStyle>
        <a:tcBdr/>
        <a:fill>
          <a:solidFill>
            <a:schemeClr val="accent6">
              <a:tint val="20000"/>
            </a:schemeClr>
          </a:solidFill>
        </a:fill>
      </a:tcStyle>
    </a:band1H>
    <a:band1V>
      <a:tcStyle>
        <a:tcBdr/>
        <a:fill>
          <a:solidFill>
            <a:schemeClr val="accent6">
              <a:tint val="20000"/>
            </a:schemeClr>
          </a:solidFill>
        </a:fill>
      </a:tcStyle>
    </a:band1V>
    <a:lastCol>
      <a:tcTxStyle b="on"/>
      <a:tcStyle>
        <a:tcBdr/>
      </a:tcStyle>
    </a:lastCol>
    <a:firstCol>
      <a:tcTxStyle b="on"/>
      <a:tcStyle>
        <a:tcBdr/>
      </a:tcStyle>
    </a:firstCol>
    <a:lastRow>
      <a:tcTxStyle b="on"/>
      <a:tcStyle>
        <a:tcBdr>
          <a:top>
            <a:ln w="50800" cmpd="dbl">
              <a:solidFill>
                <a:schemeClr val="accent6"/>
              </a:solidFill>
            </a:ln>
          </a:top>
        </a:tcBdr>
        <a:fill>
          <a:solidFill>
            <a:schemeClr val="lt1"/>
          </a:solidFill>
        </a:fill>
      </a:tcStyle>
    </a:lastRow>
    <a:firstRow>
      <a:tcTxStyle b="on">
        <a:fontRef idx="minor">
          <a:scrgbClr r="0" g="0" b="0"/>
        </a:fontRef>
        <a:schemeClr val="lt1"/>
      </a:tcTxStyle>
      <a:tcStyle>
        <a:tcBdr/>
        <a:fill>
          <a:solidFill>
            <a:schemeClr val="accent6"/>
          </a:solidFill>
        </a:fill>
      </a:tcStyle>
    </a:firstRow>
  </a:tblStyle>
  <a:tblStyle styleId="{21E4AEA4-8DFA-4A89-87EB-49C32662AFE0}" styleName="中等深淺樣式 2 - 輔色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00A15C55-8517-42AA-B614-E9B94910E393}" styleName="中等深淺樣式 2 - 輔色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F5AB1C69-6EDB-4FF4-983F-18BD219EF322}" styleName="中等深淺樣式 2 - 輔色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503" autoAdjust="0"/>
    <p:restoredTop sz="72606" autoAdjust="0"/>
  </p:normalViewPr>
  <p:slideViewPr>
    <p:cSldViewPr snapToGrid="0">
      <p:cViewPr varScale="1">
        <p:scale>
          <a:sx n="56" d="100"/>
          <a:sy n="56" d="100"/>
        </p:scale>
        <p:origin x="1925" y="53"/>
      </p:cViewPr>
      <p:guideLst>
        <p:guide orient="horz" pos="2160"/>
        <p:guide pos="3120"/>
      </p:guideLst>
    </p:cSldViewPr>
  </p:slideViewPr>
  <p:outlineViewPr>
    <p:cViewPr>
      <p:scale>
        <a:sx n="33" d="100"/>
        <a:sy n="33" d="100"/>
      </p:scale>
      <p:origin x="0" y="0"/>
    </p:cViewPr>
  </p:outlineViewPr>
  <p:notesTextViewPr>
    <p:cViewPr>
      <p:scale>
        <a:sx n="150" d="100"/>
        <a:sy n="150" d="100"/>
      </p:scale>
      <p:origin x="0" y="0"/>
    </p:cViewPr>
  </p:notesTextViewPr>
  <p:notesViewPr>
    <p:cSldViewPr snapToGrid="0">
      <p:cViewPr varScale="1">
        <p:scale>
          <a:sx n="100" d="100"/>
          <a:sy n="100" d="100"/>
        </p:scale>
        <p:origin x="0" y="0"/>
      </p:cViewPr>
      <p:guideLst>
        <p:guide orient="horz" pos="3024"/>
        <p:guide pos="230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commentAuthors" Target="commentAuthors.xml"/><Relationship Id="rId4" Type="http://schemas.openxmlformats.org/officeDocument/2006/relationships/slide" Target="slides/slide3.xml"/><Relationship Id="rId9" Type="http://schemas.openxmlformats.org/officeDocument/2006/relationships/notesMaster" Target="notesMasters/notesMaster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1048659" name="Google Shape;3;n"/>
          <p:cNvSpPr txBox="1">
            <a:spLocks noGrp="1"/>
          </p:cNvSpPr>
          <p:nvPr>
            <p:ph type="hdr" idx="2"/>
          </p:nvPr>
        </p:nvSpPr>
        <p:spPr>
          <a:xfrm>
            <a:off x="0" y="0"/>
            <a:ext cx="3176588" cy="466725"/>
          </a:xfrm>
          <a:prstGeom prst="rect">
            <a:avLst/>
          </a:prstGeom>
          <a:noFill/>
          <a:ln>
            <a:noFill/>
          </a:ln>
        </p:spPr>
        <p:txBody>
          <a:bodyPr spcFirstLastPara="1" wrap="square" lIns="102350" tIns="51175" rIns="102350" bIns="51175" anchor="t" anchorCtr="0">
            <a:noAutofit/>
          </a:bodyPr>
          <a:lstStyle>
            <a:lvl1pPr marR="0" lvl="0" algn="l" rtl="0">
              <a:spcBef>
                <a:spcPts val="0"/>
              </a:spcBef>
              <a:spcAft>
                <a:spcPts val="0"/>
              </a:spcAft>
              <a:buSzPts val="1400"/>
              <a:buNone/>
              <a:defRPr sz="20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60" name="Google Shape;4;n"/>
          <p:cNvSpPr txBox="1">
            <a:spLocks noGrp="1"/>
          </p:cNvSpPr>
          <p:nvPr>
            <p:ph type="dt" idx="10"/>
          </p:nvPr>
        </p:nvSpPr>
        <p:spPr>
          <a:xfrm>
            <a:off x="4138613" y="0"/>
            <a:ext cx="3176587" cy="466725"/>
          </a:xfrm>
          <a:prstGeom prst="rect">
            <a:avLst/>
          </a:prstGeom>
          <a:noFill/>
          <a:ln>
            <a:noFill/>
          </a:ln>
        </p:spPr>
        <p:txBody>
          <a:bodyPr spcFirstLastPara="1" wrap="square" lIns="102350" tIns="51175" rIns="102350" bIns="51175" anchor="t" anchorCtr="0">
            <a:noAutofit/>
          </a:bodyPr>
          <a:lstStyle>
            <a:lvl1pPr marR="0" lvl="0" algn="r" rtl="0">
              <a:spcBef>
                <a:spcPts val="0"/>
              </a:spcBef>
              <a:spcAft>
                <a:spcPts val="0"/>
              </a:spcAft>
              <a:buSzPts val="1400"/>
              <a:buNone/>
              <a:defRPr sz="20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61" name="Google Shape;5;n"/>
          <p:cNvSpPr>
            <a:spLocks noGrp="1" noRot="1" noChangeAspect="1"/>
          </p:cNvSpPr>
          <p:nvPr>
            <p:ph type="sldImg" idx="3"/>
          </p:nvPr>
        </p:nvSpPr>
        <p:spPr>
          <a:xfrm>
            <a:off x="1062038" y="735013"/>
            <a:ext cx="5197475" cy="3598862"/>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miter lim="800000"/>
            <a:headEnd type="none" w="sm" len="sm"/>
            <a:tailEnd type="none" w="sm" len="sm"/>
          </a:ln>
        </p:spPr>
      </p:sp>
      <p:sp>
        <p:nvSpPr>
          <p:cNvPr id="1048662" name="Google Shape;6;n"/>
          <p:cNvSpPr txBox="1">
            <a:spLocks noGrp="1"/>
          </p:cNvSpPr>
          <p:nvPr>
            <p:ph type="body" idx="1"/>
          </p:nvPr>
        </p:nvSpPr>
        <p:spPr>
          <a:xfrm>
            <a:off x="962025" y="4567238"/>
            <a:ext cx="5391150" cy="4300537"/>
          </a:xfrm>
          <a:prstGeom prst="rect">
            <a:avLst/>
          </a:prstGeom>
          <a:noFill/>
          <a:ln>
            <a:noFill/>
          </a:ln>
        </p:spPr>
        <p:txBody>
          <a:bodyPr spcFirstLastPara="1" wrap="square" lIns="102350" tIns="51175" rIns="102350" bIns="51175" anchor="t" anchorCtr="0">
            <a:noAutofit/>
          </a:bodyPr>
          <a:lstStyle>
            <a:lvl1pPr marL="457200" marR="0" lvl="0"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1pPr>
            <a:lvl2pPr marL="914400" marR="0" lvl="1"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2pPr>
            <a:lvl3pPr marL="1371600" marR="0" lvl="2"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3pPr>
            <a:lvl4pPr marL="1828800" marR="0" lvl="3"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4pPr>
            <a:lvl5pPr marL="2286000" marR="0" lvl="4" indent="-228600" algn="l" rtl="0">
              <a:spcBef>
                <a:spcPts val="360"/>
              </a:spcBef>
              <a:spcAft>
                <a:spcPts val="0"/>
              </a:spcAft>
              <a:buSzPts val="1400"/>
              <a:buNone/>
              <a:defRPr sz="1200" b="0" i="0" u="none" strike="noStrike" cap="none">
                <a:solidFill>
                  <a:schemeClr val="dk1"/>
                </a:solidFill>
                <a:latin typeface="Times New Roman"/>
                <a:ea typeface="Times New Roman"/>
                <a:cs typeface="Times New Roman"/>
                <a:sym typeface="Times New Roman"/>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1048663" name="Google Shape;7;n"/>
          <p:cNvSpPr txBox="1">
            <a:spLocks noGrp="1"/>
          </p:cNvSpPr>
          <p:nvPr>
            <p:ph type="ftr" idx="11"/>
          </p:nvPr>
        </p:nvSpPr>
        <p:spPr>
          <a:xfrm>
            <a:off x="0" y="9134475"/>
            <a:ext cx="3176588" cy="466725"/>
          </a:xfrm>
          <a:prstGeom prst="rect">
            <a:avLst/>
          </a:prstGeom>
          <a:noFill/>
          <a:ln>
            <a:noFill/>
          </a:ln>
        </p:spPr>
        <p:txBody>
          <a:bodyPr spcFirstLastPara="1" wrap="square" lIns="102350" tIns="51175" rIns="102350" bIns="51175" anchor="b" anchorCtr="0">
            <a:noAutofit/>
          </a:bodyPr>
          <a:lstStyle>
            <a:lvl1pPr marR="0" lvl="0" algn="l" rtl="0">
              <a:spcBef>
                <a:spcPts val="0"/>
              </a:spcBef>
              <a:spcAft>
                <a:spcPts val="0"/>
              </a:spcAft>
              <a:buSzPts val="1400"/>
              <a:buNone/>
              <a:defRPr sz="2000" b="0" i="0" u="none" strike="noStrike" cap="none">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64" name="Google Shape;8;n"/>
          <p:cNvSpPr txBox="1">
            <a:spLocks noGrp="1"/>
          </p:cNvSpPr>
          <p:nvPr>
            <p:ph type="sldNum" idx="12"/>
          </p:nvPr>
        </p:nvSpPr>
        <p:spPr>
          <a:xfrm>
            <a:off x="4138613" y="9134475"/>
            <a:ext cx="3176587" cy="466725"/>
          </a:xfrm>
          <a:prstGeom prst="rect">
            <a:avLst/>
          </a:prstGeom>
          <a:noFill/>
          <a:ln>
            <a:noFill/>
          </a:ln>
        </p:spPr>
        <p:txBody>
          <a:bodyPr spcFirstLastPara="1" wrap="square" lIns="102350" tIns="51175" rIns="102350" bIns="51175" anchor="b" anchorCtr="0">
            <a:noAutofit/>
          </a:bodyPr>
          <a:lstStyle/>
          <a:p>
            <a:pPr marL="0" marR="0" lvl="0" indent="0" algn="r" rtl="0">
              <a:spcBef>
                <a:spcPts val="0"/>
              </a:spcBef>
              <a:spcAft>
                <a:spcPts val="0"/>
              </a:spcAft>
              <a:buNone/>
            </a:pPr>
            <a:fld id="{00000000-1234-1234-1234-123412341234}" type="slidenum">
              <a:rPr lang="en-US" sz="2000" b="0" i="0" u="none" strike="noStrike" cap="none">
                <a:solidFill>
                  <a:schemeClr val="dk1"/>
                </a:solidFill>
                <a:latin typeface="Times New Roman"/>
                <a:ea typeface="Times New Roman"/>
                <a:cs typeface="Times New Roman"/>
                <a:sym typeface="Times New Roman"/>
              </a:rPr>
              <a:t>‹#›</a:t>
            </a:fld>
            <a:endParaRPr sz="2000" b="0" i="0" u="none" strike="noStrike" cap="none" dirty="0">
              <a:solidFill>
                <a:schemeClr val="dk1"/>
              </a:solidFill>
              <a:latin typeface="Times New Roman"/>
              <a:ea typeface="Times New Roman"/>
              <a:cs typeface="Times New Roman"/>
              <a:sym typeface="Times New Roman"/>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85" name="投影片圖像版面配置區 1"/>
          <p:cNvSpPr>
            <a:spLocks noGrp="1" noRot="1" noChangeAspect="1"/>
          </p:cNvSpPr>
          <p:nvPr>
            <p:ph type="sldImg"/>
          </p:nvPr>
        </p:nvSpPr>
        <p:spPr/>
      </p:sp>
      <p:sp>
        <p:nvSpPr>
          <p:cNvPr id="1048586" name="備忘稿版面配置區 2"/>
          <p:cNvSpPr>
            <a:spLocks noGrp="1"/>
          </p:cNvSpPr>
          <p:nvPr>
            <p:ph type="body" idx="1"/>
          </p:nvPr>
        </p:nvSpPr>
        <p:spPr/>
        <p:txBody>
          <a:bodyPr/>
          <a:lstStyle/>
          <a:p>
            <a:endParaRPr lang="zh-TW" altLang="en-US" dirty="0"/>
          </a:p>
        </p:txBody>
      </p:sp>
      <p:sp>
        <p:nvSpPr>
          <p:cNvPr id="1048587" name="投影片編號版面配置區 3"/>
          <p:cNvSpPr>
            <a:spLocks noGrp="1"/>
          </p:cNvSpPr>
          <p:nvPr>
            <p:ph type="sldNum" sz="quarter" idx="10"/>
          </p:nvPr>
        </p:nvSpPr>
        <p:spPr/>
        <p:txBody>
          <a:bodyPr/>
          <a:lstStyle/>
          <a:p>
            <a:fld id="{F5753A29-9D77-4C26-8BEC-432FE5D4B0A4}" type="slidenum">
              <a:rPr lang="en-US" altLang="zh-TW" smtClean="0"/>
              <a:t>1</a:t>
            </a:fld>
            <a:endParaRPr lang="en-US" altLang="zh-TW"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E110AC-F4A0-7D78-93B0-AF6E23C1C86B}"/>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D5172F1-B577-25A9-AA74-C6AF67661642}"/>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E9BD86B3-8EAB-902A-DCF6-698ADFDE9E8A}"/>
              </a:ext>
            </a:extLst>
          </p:cNvPr>
          <p:cNvSpPr>
            <a:spLocks noGrp="1"/>
          </p:cNvSpPr>
          <p:nvPr>
            <p:ph type="body" idx="1"/>
          </p:nvPr>
        </p:nvSpPr>
        <p:spPr/>
        <p:txBody>
          <a:bodyPr/>
          <a:lstStyle/>
          <a:p>
            <a:pPr marL="171450" marR="0" lvl="0" indent="-171450" algn="l" defTabSz="914400" rtl="0" eaLnBrk="0" fontAlgn="base" latinLnBrk="0" hangingPunct="0">
              <a:lnSpc>
                <a:spcPct val="100000"/>
              </a:lnSpc>
              <a:spcBef>
                <a:spcPct val="30000"/>
              </a:spcBef>
              <a:spcAft>
                <a:spcPct val="0"/>
              </a:spcAft>
              <a:buClrTx/>
              <a:buSzTx/>
              <a:buFont typeface="Arial" panose="020B0604020202020204" pitchFamily="34" charset="0"/>
              <a:buChar char="•"/>
              <a:tabLst/>
              <a:defRPr/>
            </a:pPr>
            <a:endParaRPr lang="en-US" altLang="zh-TW" sz="1200" b="0" dirty="0">
              <a:latin typeface="Arial" panose="020B0604020202020204" pitchFamily="34" charset="0"/>
              <a:ea typeface="標楷體" panose="03000509000000000000" pitchFamily="65" charset="-120"/>
              <a:cs typeface="Arial" panose="020B0604020202020204" pitchFamily="34" charset="0"/>
            </a:endParaRPr>
          </a:p>
        </p:txBody>
      </p:sp>
      <p:sp>
        <p:nvSpPr>
          <p:cNvPr id="4" name="投影片編號版面配置區 3">
            <a:extLst>
              <a:ext uri="{FF2B5EF4-FFF2-40B4-BE49-F238E27FC236}">
                <a16:creationId xmlns:a16="http://schemas.microsoft.com/office/drawing/2014/main" id="{69A9F744-724B-AE5D-EE31-BDB2E094083C}"/>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2</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401121632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37CC5-12D8-16D3-9253-45D955F6919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4823088-0DD2-55CA-4BEE-63925050B074}"/>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ECB207-5F1A-F34F-8FA9-CF58582A5670}"/>
              </a:ext>
            </a:extLst>
          </p:cNvPr>
          <p:cNvSpPr>
            <a:spLocks noGrp="1"/>
          </p:cNvSpPr>
          <p:nvPr>
            <p:ph type="body" idx="1"/>
          </p:nvPr>
        </p:nvSpPr>
        <p:spPr/>
        <p:txBody>
          <a:bodyPr/>
          <a:lstStyle/>
          <a:p>
            <a:r>
              <a:rPr lang="zh-TW" altLang="zh-TW" dirty="0"/>
              <a:t>不同裝置有自己的色彩表示方式。如果直接做裝置對裝置的轉換，裝置種類增加時，就需要考慮更多裝置間的對應關係。</a:t>
            </a:r>
            <a:endParaRPr lang="en-US" altLang="zh-TW" dirty="0"/>
          </a:p>
          <a:p>
            <a:r>
              <a:rPr lang="zh-TW" altLang="en-US" dirty="0"/>
              <a:t>例如：相機的照片想要在印表機上顯示相同畫面他們的色彩關係必然需要做轉換，如此一來設備數量變多時，每台設備間都要有獨立的轉換關係會讓色彩管理變得困難。</a:t>
            </a:r>
            <a:endParaRPr lang="en-US" altLang="zh-TW" dirty="0"/>
          </a:p>
        </p:txBody>
      </p:sp>
      <p:sp>
        <p:nvSpPr>
          <p:cNvPr id="4" name="投影片編號版面配置區 3">
            <a:extLst>
              <a:ext uri="{FF2B5EF4-FFF2-40B4-BE49-F238E27FC236}">
                <a16:creationId xmlns:a16="http://schemas.microsoft.com/office/drawing/2014/main" id="{25F3CA63-2998-B736-F517-4B82A1C74C4E}"/>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3</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36697072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37CC5-12D8-16D3-9253-45D955F6919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4823088-0DD2-55CA-4BEE-63925050B074}"/>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ECB207-5F1A-F34F-8FA9-CF58582A5670}"/>
              </a:ext>
            </a:extLst>
          </p:cNvPr>
          <p:cNvSpPr>
            <a:spLocks noGrp="1"/>
          </p:cNvSpPr>
          <p:nvPr>
            <p:ph type="body" idx="1"/>
          </p:nvPr>
        </p:nvSpPr>
        <p:spPr/>
        <p:txBody>
          <a:bodyPr/>
          <a:lstStyle/>
          <a:p>
            <a:r>
              <a:rPr lang="zh-TW" altLang="en-US" dirty="0"/>
              <a:t>因此</a:t>
            </a:r>
            <a:r>
              <a:rPr lang="en-US" altLang="zh-TW" dirty="0"/>
              <a:t>ICC</a:t>
            </a:r>
            <a:r>
              <a:rPr lang="zh-TW" altLang="en-US" dirty="0"/>
              <a:t>做了一件事，他訂了讓所有設備都能通用的標準，這樣不同設備間就能</a:t>
            </a:r>
            <a:r>
              <a:rPr lang="zh-TW" altLang="zh-TW" dirty="0"/>
              <a:t>將自己的 Device Color Space 與共同的 PCS 建立轉換關係，使不同設備的 Profile 可以透過同一個 PCS 互相連接。</a:t>
            </a:r>
            <a:endParaRPr lang="zh-TW" altLang="en-US" dirty="0"/>
          </a:p>
        </p:txBody>
      </p:sp>
      <p:sp>
        <p:nvSpPr>
          <p:cNvPr id="4" name="投影片編號版面配置區 3">
            <a:extLst>
              <a:ext uri="{FF2B5EF4-FFF2-40B4-BE49-F238E27FC236}">
                <a16:creationId xmlns:a16="http://schemas.microsoft.com/office/drawing/2014/main" id="{25F3CA63-2998-B736-F517-4B82A1C74C4E}"/>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4</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65078975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F37CC5-12D8-16D3-9253-45D955F69194}"/>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4823088-0DD2-55CA-4BEE-63925050B074}"/>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ABECB207-5F1A-F34F-8FA9-CF58582A5670}"/>
              </a:ext>
            </a:extLst>
          </p:cNvPr>
          <p:cNvSpPr>
            <a:spLocks noGrp="1"/>
          </p:cNvSpPr>
          <p:nvPr>
            <p:ph type="body" idx="1"/>
          </p:nvPr>
        </p:nvSpPr>
        <p:spPr/>
        <p:txBody>
          <a:bodyPr/>
          <a:lstStyle/>
          <a:p>
            <a:endParaRPr lang="zh-TW" altLang="en-US" dirty="0"/>
          </a:p>
        </p:txBody>
      </p:sp>
      <p:sp>
        <p:nvSpPr>
          <p:cNvPr id="4" name="投影片編號版面配置區 3">
            <a:extLst>
              <a:ext uri="{FF2B5EF4-FFF2-40B4-BE49-F238E27FC236}">
                <a16:creationId xmlns:a16="http://schemas.microsoft.com/office/drawing/2014/main" id="{25F3CA63-2998-B736-F517-4B82A1C74C4E}"/>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5</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177666466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51A70-D7FF-B69E-2F1F-5276D7F44C59}"/>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4FB2E1DE-40DE-B1BA-7135-64BFFB1631B9}"/>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C4F8DB8E-F5F1-21EB-D41F-2C635FB715D5}"/>
              </a:ext>
            </a:extLst>
          </p:cNvPr>
          <p:cNvSpPr>
            <a:spLocks noGrp="1"/>
          </p:cNvSpPr>
          <p:nvPr>
            <p:ph type="body" idx="1"/>
          </p:nvPr>
        </p:nvSpPr>
        <p:spPr/>
        <p:txBody>
          <a:bodyPr/>
          <a:lstStyle/>
          <a:p>
            <a:r>
              <a:rPr lang="zh-TW" altLang="zh-TW"/>
              <a:t>ICC Profile 不是一個單純的「RGB → XYZ 表」</a:t>
            </a:r>
            <a:endParaRPr lang="zh-TW" altLang="en-US" dirty="0"/>
          </a:p>
        </p:txBody>
      </p:sp>
      <p:sp>
        <p:nvSpPr>
          <p:cNvPr id="4" name="投影片編號版面配置區 3">
            <a:extLst>
              <a:ext uri="{FF2B5EF4-FFF2-40B4-BE49-F238E27FC236}">
                <a16:creationId xmlns:a16="http://schemas.microsoft.com/office/drawing/2014/main" id="{A81AD260-1FA1-46D2-EEFC-6CE390861C06}"/>
              </a:ext>
            </a:extLst>
          </p:cNvPr>
          <p:cNvSpPr>
            <a:spLocks noGrp="1"/>
          </p:cNvSpPr>
          <p:nvPr>
            <p:ph type="sldNum" idx="12"/>
          </p:nvPr>
        </p:nvSpPr>
        <p:spPr/>
        <p:txBody>
          <a:bodyPr/>
          <a:lstStyle/>
          <a:p>
            <a:pPr marL="0" marR="0" lvl="0" indent="0" algn="r" rtl="0">
              <a:spcBef>
                <a:spcPts val="0"/>
              </a:spcBef>
              <a:spcAft>
                <a:spcPts val="0"/>
              </a:spcAft>
              <a:buNone/>
            </a:pPr>
            <a:fld id="{00000000-1234-1234-1234-123412341234}" type="slidenum">
              <a:rPr lang="en-US" sz="2000" b="0" i="0" u="none" strike="noStrike" cap="none" smtClean="0">
                <a:solidFill>
                  <a:schemeClr val="dk1"/>
                </a:solidFill>
                <a:latin typeface="Times New Roman"/>
                <a:ea typeface="Times New Roman"/>
                <a:cs typeface="Times New Roman"/>
                <a:sym typeface="Times New Roman"/>
              </a:rPr>
              <a:t>6</a:t>
            </a:fld>
            <a:endParaRPr lang="en-US" sz="2000" b="0" i="0" u="none" strike="noStrike" cap="none" dirty="0">
              <a:solidFill>
                <a:schemeClr val="dk1"/>
              </a:solidFill>
              <a:latin typeface="Times New Roman"/>
              <a:ea typeface="Times New Roman"/>
              <a:cs typeface="Times New Roman"/>
              <a:sym typeface="Times New Roman"/>
            </a:endParaRPr>
          </a:p>
        </p:txBody>
      </p:sp>
    </p:spTree>
    <p:extLst>
      <p:ext uri="{BB962C8B-B14F-4D97-AF65-F5344CB8AC3E}">
        <p14:creationId xmlns:p14="http://schemas.microsoft.com/office/powerpoint/2010/main" val="244948688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41" name="投影片影像版面配置區 1"/>
          <p:cNvSpPr>
            <a:spLocks noGrp="1" noRot="1" noChangeAspect="1"/>
          </p:cNvSpPr>
          <p:nvPr>
            <p:ph type="sldImg"/>
          </p:nvPr>
        </p:nvSpPr>
        <p:spPr/>
      </p:sp>
      <p:sp>
        <p:nvSpPr>
          <p:cNvPr id="1048642" name="備忘稿版面配置區 2"/>
          <p:cNvSpPr>
            <a:spLocks noGrp="1"/>
          </p:cNvSpPr>
          <p:nvPr>
            <p:ph type="body" idx="1"/>
          </p:nvPr>
        </p:nvSpPr>
        <p:spPr/>
        <p:txBody>
          <a:bodyPr/>
          <a:lstStyle/>
          <a:p>
            <a:pPr marL="228600" indent="0">
              <a:buNone/>
            </a:pPr>
            <a:endParaRPr lang="en-US" altLang="zh-TW" dirty="0"/>
          </a:p>
        </p:txBody>
      </p:sp>
      <p:sp>
        <p:nvSpPr>
          <p:cNvPr id="1048643" name="投影片編號版面配置區 3"/>
          <p:cNvSpPr>
            <a:spLocks noGrp="1"/>
          </p:cNvSpPr>
          <p:nvPr>
            <p:ph type="sldNum" sz="quarter" idx="5"/>
          </p:nvPr>
        </p:nvSpPr>
        <p:spPr/>
        <p:txBody>
          <a:bodyPr/>
          <a:lstStyle/>
          <a:p>
            <a:fld id="{F5753A29-9D77-4C26-8BEC-432FE5D4B0A4}" type="slidenum">
              <a:rPr lang="en-US" altLang="zh-TW" smtClean="0"/>
              <a:t>7</a:t>
            </a:fld>
            <a:endParaRPr lang="en-US" altLang="zh-TW" dirty="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標題投影片" type="title">
  <p:cSld name="TITLE">
    <p:spTree>
      <p:nvGrpSpPr>
        <p:cNvPr id="1" name="Shape 20"/>
        <p:cNvGrpSpPr/>
        <p:nvPr/>
      </p:nvGrpSpPr>
      <p:grpSpPr>
        <a:xfrm>
          <a:off x="0" y="0"/>
          <a:ext cx="0" cy="0"/>
          <a:chOff x="0" y="0"/>
          <a:chExt cx="0" cy="0"/>
        </a:xfrm>
      </p:grpSpPr>
      <p:sp>
        <p:nvSpPr>
          <p:cNvPr id="1048636" name="Google Shape;21;p50"/>
          <p:cNvSpPr txBox="1">
            <a:spLocks noGrp="1"/>
          </p:cNvSpPr>
          <p:nvPr>
            <p:ph type="ctrTitle"/>
          </p:nvPr>
        </p:nvSpPr>
        <p:spPr>
          <a:xfrm>
            <a:off x="1238250" y="1122363"/>
            <a:ext cx="7429500" cy="2387600"/>
          </a:xfrm>
          <a:prstGeom prst="rect">
            <a:avLst/>
          </a:prstGeom>
          <a:noFill/>
          <a:ln>
            <a:noFill/>
          </a:ln>
        </p:spPr>
        <p:txBody>
          <a:bodyPr spcFirstLastPara="1" wrap="square" lIns="91425" tIns="45700" rIns="91425" bIns="45700" anchor="b" anchorCtr="0">
            <a:noAutofit/>
          </a:bodyPr>
          <a:lstStyle>
            <a:lvl1pPr lvl="0" algn="ctr">
              <a:spcBef>
                <a:spcPts val="0"/>
              </a:spcBef>
              <a:spcAft>
                <a:spcPts val="0"/>
              </a:spcAft>
              <a:buSzPts val="1400"/>
              <a:buNone/>
              <a:defRPr sz="4875"/>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
        <p:nvSpPr>
          <p:cNvPr id="1048637" name="Google Shape;22;p50"/>
          <p:cNvSpPr txBox="1">
            <a:spLocks noGrp="1"/>
          </p:cNvSpPr>
          <p:nvPr>
            <p:ph type="subTitle" idx="1"/>
          </p:nvPr>
        </p:nvSpPr>
        <p:spPr>
          <a:xfrm>
            <a:off x="1238250" y="3602038"/>
            <a:ext cx="7429500" cy="1655762"/>
          </a:xfrm>
          <a:prstGeom prst="rect">
            <a:avLst/>
          </a:prstGeom>
          <a:noFill/>
          <a:ln>
            <a:noFill/>
          </a:ln>
        </p:spPr>
        <p:txBody>
          <a:bodyPr spcFirstLastPara="1" wrap="square" lIns="91425" tIns="45700" rIns="91425" bIns="45700" anchor="t" anchorCtr="0">
            <a:noAutofit/>
          </a:bodyPr>
          <a:lstStyle>
            <a:lvl1pPr lvl="0" algn="ctr">
              <a:spcBef>
                <a:spcPts val="390"/>
              </a:spcBef>
              <a:spcAft>
                <a:spcPts val="0"/>
              </a:spcAft>
              <a:buSzPts val="1950"/>
              <a:buNone/>
              <a:defRPr sz="1950"/>
            </a:lvl1pPr>
            <a:lvl2pPr lvl="1" algn="ctr">
              <a:spcBef>
                <a:spcPts val="325"/>
              </a:spcBef>
              <a:spcAft>
                <a:spcPts val="0"/>
              </a:spcAft>
              <a:buSzPts val="1625"/>
              <a:buNone/>
              <a:defRPr sz="1625"/>
            </a:lvl2pPr>
            <a:lvl3pPr lvl="2" algn="ctr">
              <a:spcBef>
                <a:spcPts val="293"/>
              </a:spcBef>
              <a:spcAft>
                <a:spcPts val="0"/>
              </a:spcAft>
              <a:buSzPts val="1463"/>
              <a:buFont typeface="Times New Roman"/>
              <a:buNone/>
              <a:defRPr sz="1463"/>
            </a:lvl3pPr>
            <a:lvl4pPr lvl="3" algn="ctr">
              <a:spcBef>
                <a:spcPts val="260"/>
              </a:spcBef>
              <a:spcAft>
                <a:spcPts val="0"/>
              </a:spcAft>
              <a:buSzPts val="1300"/>
              <a:buFont typeface="Times New Roman"/>
              <a:buNone/>
              <a:defRPr sz="1300"/>
            </a:lvl4pPr>
            <a:lvl5pPr lvl="4" algn="ctr">
              <a:spcBef>
                <a:spcPts val="260"/>
              </a:spcBef>
              <a:spcAft>
                <a:spcPts val="0"/>
              </a:spcAft>
              <a:buSzPts val="1300"/>
              <a:buFont typeface="Times New Roman"/>
              <a:buNone/>
              <a:defRPr sz="1300"/>
            </a:lvl5pPr>
            <a:lvl6pPr lvl="5" algn="ctr">
              <a:spcBef>
                <a:spcPts val="260"/>
              </a:spcBef>
              <a:spcAft>
                <a:spcPts val="0"/>
              </a:spcAft>
              <a:buSzPts val="1300"/>
              <a:buFont typeface="Times New Roman"/>
              <a:buNone/>
              <a:defRPr sz="1300"/>
            </a:lvl6pPr>
            <a:lvl7pPr lvl="6" algn="ctr">
              <a:spcBef>
                <a:spcPts val="260"/>
              </a:spcBef>
              <a:spcAft>
                <a:spcPts val="0"/>
              </a:spcAft>
              <a:buSzPts val="1300"/>
              <a:buFont typeface="Times New Roman"/>
              <a:buNone/>
              <a:defRPr sz="1300"/>
            </a:lvl7pPr>
            <a:lvl8pPr lvl="7" algn="ctr">
              <a:spcBef>
                <a:spcPts val="260"/>
              </a:spcBef>
              <a:spcAft>
                <a:spcPts val="0"/>
              </a:spcAft>
              <a:buSzPts val="1300"/>
              <a:buFont typeface="Times New Roman"/>
              <a:buNone/>
              <a:defRPr sz="1300"/>
            </a:lvl8pPr>
            <a:lvl9pPr lvl="8" algn="ctr">
              <a:spcBef>
                <a:spcPts val="260"/>
              </a:spcBef>
              <a:spcAft>
                <a:spcPts val="0"/>
              </a:spcAft>
              <a:buSzPts val="1300"/>
              <a:buFont typeface="Times New Roman"/>
              <a:buNone/>
              <a:defRPr sz="1300"/>
            </a:lvl9pPr>
          </a:lstStyle>
          <a:p>
            <a:endParaRPr/>
          </a:p>
        </p:txBody>
      </p:sp>
      <p:sp>
        <p:nvSpPr>
          <p:cNvPr id="1048638" name="Google Shape;23;p50"/>
          <p:cNvSpPr txBox="1">
            <a:spLocks noGrp="1"/>
          </p:cNvSpPr>
          <p:nvPr>
            <p:ph type="dt" idx="10"/>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2400">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39" name="Google Shape;24;p50"/>
          <p:cNvSpPr txBox="1">
            <a:spLocks noGrp="1"/>
          </p:cNvSpPr>
          <p:nvPr>
            <p:ph type="ftr" idx="11"/>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2400">
                <a:solidFill>
                  <a:schemeClr val="dk1"/>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5pPr>
            <a:lvl6pPr marR="0" lvl="5"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6pPr>
            <a:lvl7pPr marR="0" lvl="6"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7pPr>
            <a:lvl8pPr marR="0" lvl="7"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8pPr>
            <a:lvl9pPr marR="0" lvl="8" algn="l" rtl="0">
              <a:spcBef>
                <a:spcPts val="0"/>
              </a:spcBef>
              <a:spcAft>
                <a:spcPts val="0"/>
              </a:spcAft>
              <a:buSzPts val="1400"/>
              <a:buNone/>
              <a:defRPr sz="24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40" name="Google Shape;25;p50"/>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lvl1pPr marL="0" marR="0" lvl="0" indent="0" algn="l" rtl="0">
              <a:spcBef>
                <a:spcPts val="0"/>
              </a:spcBef>
              <a:spcAft>
                <a:spcPts val="0"/>
              </a:spcAft>
              <a:buNone/>
              <a:defRPr sz="2400">
                <a:solidFill>
                  <a:schemeClr val="dk1"/>
                </a:solidFill>
                <a:latin typeface="Times New Roman"/>
                <a:ea typeface="Times New Roman"/>
                <a:cs typeface="Times New Roman"/>
                <a:sym typeface="Times New Roman"/>
              </a:defRPr>
            </a:lvl1pPr>
            <a:lvl2pPr marL="0" marR="0" lvl="1" indent="0" algn="l" rtl="0">
              <a:spcBef>
                <a:spcPts val="0"/>
              </a:spcBef>
              <a:spcAft>
                <a:spcPts val="0"/>
              </a:spcAft>
              <a:buNone/>
              <a:defRPr sz="2400">
                <a:solidFill>
                  <a:schemeClr val="dk1"/>
                </a:solidFill>
                <a:latin typeface="Times New Roman"/>
                <a:ea typeface="Times New Roman"/>
                <a:cs typeface="Times New Roman"/>
                <a:sym typeface="Times New Roman"/>
              </a:defRPr>
            </a:lvl2pPr>
            <a:lvl3pPr marL="0" marR="0" lvl="2" indent="0" algn="l" rtl="0">
              <a:spcBef>
                <a:spcPts val="0"/>
              </a:spcBef>
              <a:spcAft>
                <a:spcPts val="0"/>
              </a:spcAft>
              <a:buNone/>
              <a:defRPr sz="2400">
                <a:solidFill>
                  <a:schemeClr val="dk1"/>
                </a:solidFill>
                <a:latin typeface="Times New Roman"/>
                <a:ea typeface="Times New Roman"/>
                <a:cs typeface="Times New Roman"/>
                <a:sym typeface="Times New Roman"/>
              </a:defRPr>
            </a:lvl3pPr>
            <a:lvl4pPr marL="0" marR="0" lvl="3" indent="0" algn="l" rtl="0">
              <a:spcBef>
                <a:spcPts val="0"/>
              </a:spcBef>
              <a:spcAft>
                <a:spcPts val="0"/>
              </a:spcAft>
              <a:buNone/>
              <a:defRPr sz="2400">
                <a:solidFill>
                  <a:schemeClr val="dk1"/>
                </a:solidFill>
                <a:latin typeface="Times New Roman"/>
                <a:ea typeface="Times New Roman"/>
                <a:cs typeface="Times New Roman"/>
                <a:sym typeface="Times New Roman"/>
              </a:defRPr>
            </a:lvl4pPr>
            <a:lvl5pPr marL="0" marR="0" lvl="4" indent="0" algn="l" rtl="0">
              <a:spcBef>
                <a:spcPts val="0"/>
              </a:spcBef>
              <a:spcAft>
                <a:spcPts val="0"/>
              </a:spcAft>
              <a:buNone/>
              <a:defRPr sz="2400">
                <a:solidFill>
                  <a:schemeClr val="dk1"/>
                </a:solidFill>
                <a:latin typeface="Times New Roman"/>
                <a:ea typeface="Times New Roman"/>
                <a:cs typeface="Times New Roman"/>
                <a:sym typeface="Times New Roman"/>
              </a:defRPr>
            </a:lvl5pPr>
            <a:lvl6pPr marL="0" marR="0" lvl="5" indent="0" algn="l" rtl="0">
              <a:spcBef>
                <a:spcPts val="0"/>
              </a:spcBef>
              <a:spcAft>
                <a:spcPts val="0"/>
              </a:spcAft>
              <a:buNone/>
              <a:defRPr sz="2400">
                <a:solidFill>
                  <a:schemeClr val="dk1"/>
                </a:solidFill>
                <a:latin typeface="Times New Roman"/>
                <a:ea typeface="Times New Roman"/>
                <a:cs typeface="Times New Roman"/>
                <a:sym typeface="Times New Roman"/>
              </a:defRPr>
            </a:lvl6pPr>
            <a:lvl7pPr marL="0" marR="0" lvl="6" indent="0" algn="l" rtl="0">
              <a:spcBef>
                <a:spcPts val="0"/>
              </a:spcBef>
              <a:spcAft>
                <a:spcPts val="0"/>
              </a:spcAft>
              <a:buNone/>
              <a:defRPr sz="2400">
                <a:solidFill>
                  <a:schemeClr val="dk1"/>
                </a:solidFill>
                <a:latin typeface="Times New Roman"/>
                <a:ea typeface="Times New Roman"/>
                <a:cs typeface="Times New Roman"/>
                <a:sym typeface="Times New Roman"/>
              </a:defRPr>
            </a:lvl7pPr>
            <a:lvl8pPr marL="0" marR="0" lvl="7" indent="0" algn="l" rtl="0">
              <a:spcBef>
                <a:spcPts val="0"/>
              </a:spcBef>
              <a:spcAft>
                <a:spcPts val="0"/>
              </a:spcAft>
              <a:buNone/>
              <a:defRPr sz="2400">
                <a:solidFill>
                  <a:schemeClr val="dk1"/>
                </a:solidFill>
                <a:latin typeface="Times New Roman"/>
                <a:ea typeface="Times New Roman"/>
                <a:cs typeface="Times New Roman"/>
                <a:sym typeface="Times New Roman"/>
              </a:defRPr>
            </a:lvl8pPr>
            <a:lvl9pPr marL="0" marR="0" lvl="8" indent="0" algn="l" rtl="0">
              <a:spcBef>
                <a:spcPts val="0"/>
              </a:spcBef>
              <a:spcAft>
                <a:spcPts val="0"/>
              </a:spcAft>
              <a:buNone/>
              <a:defRPr sz="2400">
                <a:solidFill>
                  <a:schemeClr val="dk1"/>
                </a:solidFill>
                <a:latin typeface="Times New Roman"/>
                <a:ea typeface="Times New Roman"/>
                <a:cs typeface="Times New Roman"/>
                <a:sym typeface="Times New Roman"/>
              </a:defRPr>
            </a:lvl9pPr>
          </a:lstStyle>
          <a:p>
            <a:pPr marL="0" lvl="0" indent="0" algn="l" rtl="0">
              <a:spcBef>
                <a:spcPts val="0"/>
              </a:spcBef>
              <a:spcAft>
                <a:spcPts val="0"/>
              </a:spcAft>
              <a:buNone/>
            </a:pPr>
            <a:fld id="{00000000-1234-1234-1234-123412341234}" type="slidenum">
              <a:rPr lang="en-US"/>
              <a:t>‹#›</a:t>
            </a:fld>
            <a:endParaRPr dirty="0"/>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6"/>
        <p:cNvGrpSpPr/>
        <p:nvPr/>
      </p:nvGrpSpPr>
      <p:grpSpPr>
        <a:xfrm>
          <a:off x="0" y="0"/>
          <a:ext cx="0" cy="0"/>
          <a:chOff x="0" y="0"/>
          <a:chExt cx="0" cy="0"/>
        </a:xfrm>
      </p:grpSpPr>
      <p:sp>
        <p:nvSpPr>
          <p:cNvPr id="1048646" name="Google Shape;37;p54"/>
          <p:cNvSpPr txBox="1">
            <a:spLocks noGrp="1"/>
          </p:cNvSpPr>
          <p:nvPr>
            <p:ph type="title"/>
          </p:nvPr>
        </p:nvSpPr>
        <p:spPr>
          <a:xfrm>
            <a:off x="457200" y="274638"/>
            <a:ext cx="8229600" cy="11430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
        <p:nvSpPr>
          <p:cNvPr id="1048647" name="Google Shape;38;p54"/>
          <p:cNvSpPr txBox="1">
            <a:spLocks noGrp="1"/>
          </p:cNvSpPr>
          <p:nvPr>
            <p:ph type="body" idx="1"/>
          </p:nvPr>
        </p:nvSpPr>
        <p:spPr>
          <a:xfrm>
            <a:off x="457200" y="1535113"/>
            <a:ext cx="4040188" cy="639762"/>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SzPts val="2400"/>
              <a:buNone/>
              <a:defRPr sz="2400" b="1"/>
            </a:lvl1pPr>
            <a:lvl2pPr marL="914400" lvl="1" indent="-228600" algn="l">
              <a:spcBef>
                <a:spcPts val="400"/>
              </a:spcBef>
              <a:spcAft>
                <a:spcPts val="0"/>
              </a:spcAft>
              <a:buSzPts val="2000"/>
              <a:buNone/>
              <a:defRPr sz="2000" b="1"/>
            </a:lvl2pPr>
            <a:lvl3pPr marL="1371600" lvl="2" indent="-228600" algn="l">
              <a:spcBef>
                <a:spcPts val="360"/>
              </a:spcBef>
              <a:spcAft>
                <a:spcPts val="0"/>
              </a:spcAft>
              <a:buSzPts val="1800"/>
              <a:buFont typeface="Times New Roman"/>
              <a:buNone/>
              <a:defRPr sz="1800" b="1"/>
            </a:lvl3pPr>
            <a:lvl4pPr marL="1828800" lvl="3" indent="-228600" algn="l">
              <a:spcBef>
                <a:spcPts val="320"/>
              </a:spcBef>
              <a:spcAft>
                <a:spcPts val="0"/>
              </a:spcAft>
              <a:buSzPts val="1600"/>
              <a:buFont typeface="Times New Roman"/>
              <a:buNone/>
              <a:defRPr sz="1600" b="1"/>
            </a:lvl4pPr>
            <a:lvl5pPr marL="2286000" lvl="4" indent="-228600" algn="l">
              <a:spcBef>
                <a:spcPts val="320"/>
              </a:spcBef>
              <a:spcAft>
                <a:spcPts val="0"/>
              </a:spcAft>
              <a:buSzPts val="1600"/>
              <a:buFont typeface="Times New Roman"/>
              <a:buNone/>
              <a:defRPr sz="1600" b="1"/>
            </a:lvl5pPr>
            <a:lvl6pPr marL="2743200" lvl="5" indent="-228600" algn="l">
              <a:spcBef>
                <a:spcPts val="320"/>
              </a:spcBef>
              <a:spcAft>
                <a:spcPts val="0"/>
              </a:spcAft>
              <a:buSzPts val="1600"/>
              <a:buFont typeface="Times New Roman"/>
              <a:buNone/>
              <a:defRPr sz="1600" b="1"/>
            </a:lvl6pPr>
            <a:lvl7pPr marL="3200400" lvl="6" indent="-228600" algn="l">
              <a:spcBef>
                <a:spcPts val="320"/>
              </a:spcBef>
              <a:spcAft>
                <a:spcPts val="0"/>
              </a:spcAft>
              <a:buSzPts val="1600"/>
              <a:buFont typeface="Times New Roman"/>
              <a:buNone/>
              <a:defRPr sz="1600" b="1"/>
            </a:lvl7pPr>
            <a:lvl8pPr marL="3657600" lvl="7" indent="-228600" algn="l">
              <a:spcBef>
                <a:spcPts val="320"/>
              </a:spcBef>
              <a:spcAft>
                <a:spcPts val="0"/>
              </a:spcAft>
              <a:buSzPts val="1600"/>
              <a:buFont typeface="Times New Roman"/>
              <a:buNone/>
              <a:defRPr sz="1600" b="1"/>
            </a:lvl8pPr>
            <a:lvl9pPr marL="4114800" lvl="8" indent="-228600" algn="l">
              <a:spcBef>
                <a:spcPts val="320"/>
              </a:spcBef>
              <a:spcAft>
                <a:spcPts val="0"/>
              </a:spcAft>
              <a:buSzPts val="1600"/>
              <a:buFont typeface="Times New Roman"/>
              <a:buNone/>
              <a:defRPr sz="1600" b="1"/>
            </a:lvl9pPr>
          </a:lstStyle>
          <a:p>
            <a:endParaRPr/>
          </a:p>
        </p:txBody>
      </p:sp>
      <p:sp>
        <p:nvSpPr>
          <p:cNvPr id="1048648" name="Google Shape;39;p54"/>
          <p:cNvSpPr txBox="1">
            <a:spLocks noGrp="1"/>
          </p:cNvSpPr>
          <p:nvPr>
            <p:ph type="body" idx="2"/>
          </p:nvPr>
        </p:nvSpPr>
        <p:spPr>
          <a:xfrm>
            <a:off x="457200" y="2174875"/>
            <a:ext cx="4040188" cy="3951288"/>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SzPts val="2400"/>
              <a:buChar char="❖"/>
              <a:defRPr sz="2400"/>
            </a:lvl1pPr>
            <a:lvl2pPr marL="914400" lvl="1" indent="-355600" algn="l">
              <a:spcBef>
                <a:spcPts val="400"/>
              </a:spcBef>
              <a:spcAft>
                <a:spcPts val="0"/>
              </a:spcAft>
              <a:buSzPts val="2000"/>
              <a:buChar char="▪"/>
              <a:defRPr sz="2000"/>
            </a:lvl2pPr>
            <a:lvl3pPr marL="1371600" lvl="2" indent="-342900" algn="l">
              <a:spcBef>
                <a:spcPts val="360"/>
              </a:spcBef>
              <a:spcAft>
                <a:spcPts val="0"/>
              </a:spcAft>
              <a:buSzPts val="1800"/>
              <a:buFont typeface="Times New Roman"/>
              <a:buChar char="•"/>
              <a:defRPr sz="1800"/>
            </a:lvl3pPr>
            <a:lvl4pPr marL="1828800" lvl="3" indent="-330200" algn="l">
              <a:spcBef>
                <a:spcPts val="320"/>
              </a:spcBef>
              <a:spcAft>
                <a:spcPts val="0"/>
              </a:spcAft>
              <a:buSzPts val="1600"/>
              <a:buFont typeface="Times New Roman"/>
              <a:buChar char="o"/>
              <a:defRPr sz="1600"/>
            </a:lvl4pPr>
            <a:lvl5pPr marL="2286000" lvl="4" indent="-330200" algn="l">
              <a:spcBef>
                <a:spcPts val="320"/>
              </a:spcBef>
              <a:spcAft>
                <a:spcPts val="0"/>
              </a:spcAft>
              <a:buSzPts val="1600"/>
              <a:buFont typeface="Times New Roman"/>
              <a:buChar char="o"/>
              <a:defRPr sz="1600"/>
            </a:lvl5pPr>
            <a:lvl6pPr marL="2743200" lvl="5" indent="-330200" algn="l">
              <a:spcBef>
                <a:spcPts val="320"/>
              </a:spcBef>
              <a:spcAft>
                <a:spcPts val="0"/>
              </a:spcAft>
              <a:buSzPts val="1600"/>
              <a:buFont typeface="Times New Roman"/>
              <a:buChar char="o"/>
              <a:defRPr sz="1600"/>
            </a:lvl6pPr>
            <a:lvl7pPr marL="3200400" lvl="6" indent="-330200" algn="l">
              <a:spcBef>
                <a:spcPts val="320"/>
              </a:spcBef>
              <a:spcAft>
                <a:spcPts val="0"/>
              </a:spcAft>
              <a:buSzPts val="1600"/>
              <a:buFont typeface="Times New Roman"/>
              <a:buChar char="o"/>
              <a:defRPr sz="1600"/>
            </a:lvl7pPr>
            <a:lvl8pPr marL="3657600" lvl="7" indent="-330200" algn="l">
              <a:spcBef>
                <a:spcPts val="320"/>
              </a:spcBef>
              <a:spcAft>
                <a:spcPts val="0"/>
              </a:spcAft>
              <a:buSzPts val="1600"/>
              <a:buFont typeface="Times New Roman"/>
              <a:buChar char="o"/>
              <a:defRPr sz="1600"/>
            </a:lvl8pPr>
            <a:lvl9pPr marL="4114800" lvl="8" indent="-330200" algn="l">
              <a:spcBef>
                <a:spcPts val="320"/>
              </a:spcBef>
              <a:spcAft>
                <a:spcPts val="0"/>
              </a:spcAft>
              <a:buSzPts val="1600"/>
              <a:buFont typeface="Times New Roman"/>
              <a:buChar char="o"/>
              <a:defRPr sz="1600"/>
            </a:lvl9pPr>
          </a:lstStyle>
          <a:p>
            <a:endParaRPr/>
          </a:p>
        </p:txBody>
      </p:sp>
      <p:sp>
        <p:nvSpPr>
          <p:cNvPr id="1048649" name="Google Shape;40;p54"/>
          <p:cNvSpPr txBox="1">
            <a:spLocks noGrp="1"/>
          </p:cNvSpPr>
          <p:nvPr>
            <p:ph type="body" idx="3"/>
          </p:nvPr>
        </p:nvSpPr>
        <p:spPr>
          <a:xfrm>
            <a:off x="4645027" y="1535113"/>
            <a:ext cx="4041775" cy="639762"/>
          </a:xfrm>
          <a:prstGeom prst="rect">
            <a:avLst/>
          </a:prstGeom>
          <a:noFill/>
          <a:ln>
            <a:noFill/>
          </a:ln>
        </p:spPr>
        <p:txBody>
          <a:bodyPr spcFirstLastPara="1" wrap="square" lIns="91425" tIns="45700" rIns="91425" bIns="45700" anchor="b" anchorCtr="0">
            <a:noAutofit/>
          </a:bodyPr>
          <a:lstStyle>
            <a:lvl1pPr marL="457200" lvl="0" indent="-228600" algn="l">
              <a:spcBef>
                <a:spcPts val="480"/>
              </a:spcBef>
              <a:spcAft>
                <a:spcPts val="0"/>
              </a:spcAft>
              <a:buSzPts val="2400"/>
              <a:buNone/>
              <a:defRPr sz="2400" b="1"/>
            </a:lvl1pPr>
            <a:lvl2pPr marL="914400" lvl="1" indent="-228600" algn="l">
              <a:spcBef>
                <a:spcPts val="400"/>
              </a:spcBef>
              <a:spcAft>
                <a:spcPts val="0"/>
              </a:spcAft>
              <a:buSzPts val="2000"/>
              <a:buNone/>
              <a:defRPr sz="2000" b="1"/>
            </a:lvl2pPr>
            <a:lvl3pPr marL="1371600" lvl="2" indent="-228600" algn="l">
              <a:spcBef>
                <a:spcPts val="360"/>
              </a:spcBef>
              <a:spcAft>
                <a:spcPts val="0"/>
              </a:spcAft>
              <a:buSzPts val="1800"/>
              <a:buFont typeface="Times New Roman"/>
              <a:buNone/>
              <a:defRPr sz="1800" b="1"/>
            </a:lvl3pPr>
            <a:lvl4pPr marL="1828800" lvl="3" indent="-228600" algn="l">
              <a:spcBef>
                <a:spcPts val="320"/>
              </a:spcBef>
              <a:spcAft>
                <a:spcPts val="0"/>
              </a:spcAft>
              <a:buSzPts val="1600"/>
              <a:buFont typeface="Times New Roman"/>
              <a:buNone/>
              <a:defRPr sz="1600" b="1"/>
            </a:lvl4pPr>
            <a:lvl5pPr marL="2286000" lvl="4" indent="-228600" algn="l">
              <a:spcBef>
                <a:spcPts val="320"/>
              </a:spcBef>
              <a:spcAft>
                <a:spcPts val="0"/>
              </a:spcAft>
              <a:buSzPts val="1600"/>
              <a:buFont typeface="Times New Roman"/>
              <a:buNone/>
              <a:defRPr sz="1600" b="1"/>
            </a:lvl5pPr>
            <a:lvl6pPr marL="2743200" lvl="5" indent="-228600" algn="l">
              <a:spcBef>
                <a:spcPts val="320"/>
              </a:spcBef>
              <a:spcAft>
                <a:spcPts val="0"/>
              </a:spcAft>
              <a:buSzPts val="1600"/>
              <a:buFont typeface="Times New Roman"/>
              <a:buNone/>
              <a:defRPr sz="1600" b="1"/>
            </a:lvl6pPr>
            <a:lvl7pPr marL="3200400" lvl="6" indent="-228600" algn="l">
              <a:spcBef>
                <a:spcPts val="320"/>
              </a:spcBef>
              <a:spcAft>
                <a:spcPts val="0"/>
              </a:spcAft>
              <a:buSzPts val="1600"/>
              <a:buFont typeface="Times New Roman"/>
              <a:buNone/>
              <a:defRPr sz="1600" b="1"/>
            </a:lvl7pPr>
            <a:lvl8pPr marL="3657600" lvl="7" indent="-228600" algn="l">
              <a:spcBef>
                <a:spcPts val="320"/>
              </a:spcBef>
              <a:spcAft>
                <a:spcPts val="0"/>
              </a:spcAft>
              <a:buSzPts val="1600"/>
              <a:buFont typeface="Times New Roman"/>
              <a:buNone/>
              <a:defRPr sz="1600" b="1"/>
            </a:lvl8pPr>
            <a:lvl9pPr marL="4114800" lvl="8" indent="-228600" algn="l">
              <a:spcBef>
                <a:spcPts val="320"/>
              </a:spcBef>
              <a:spcAft>
                <a:spcPts val="0"/>
              </a:spcAft>
              <a:buSzPts val="1600"/>
              <a:buFont typeface="Times New Roman"/>
              <a:buNone/>
              <a:defRPr sz="1600" b="1"/>
            </a:lvl9pPr>
          </a:lstStyle>
          <a:p>
            <a:endParaRPr/>
          </a:p>
        </p:txBody>
      </p:sp>
      <p:sp>
        <p:nvSpPr>
          <p:cNvPr id="1048650" name="Google Shape;41;p54"/>
          <p:cNvSpPr txBox="1">
            <a:spLocks noGrp="1"/>
          </p:cNvSpPr>
          <p:nvPr>
            <p:ph type="body" idx="4"/>
          </p:nvPr>
        </p:nvSpPr>
        <p:spPr>
          <a:xfrm>
            <a:off x="4645027" y="2174875"/>
            <a:ext cx="4041775" cy="3951288"/>
          </a:xfrm>
          <a:prstGeom prst="rect">
            <a:avLst/>
          </a:prstGeom>
          <a:noFill/>
          <a:ln>
            <a:noFill/>
          </a:ln>
        </p:spPr>
        <p:txBody>
          <a:bodyPr spcFirstLastPara="1" wrap="square" lIns="91425" tIns="45700" rIns="91425" bIns="45700" anchor="t" anchorCtr="0">
            <a:noAutofit/>
          </a:bodyPr>
          <a:lstStyle>
            <a:lvl1pPr marL="457200" lvl="0" indent="-381000" algn="l">
              <a:spcBef>
                <a:spcPts val="480"/>
              </a:spcBef>
              <a:spcAft>
                <a:spcPts val="0"/>
              </a:spcAft>
              <a:buSzPts val="2400"/>
              <a:buChar char="❖"/>
              <a:defRPr sz="2400"/>
            </a:lvl1pPr>
            <a:lvl2pPr marL="914400" lvl="1" indent="-355600" algn="l">
              <a:spcBef>
                <a:spcPts val="400"/>
              </a:spcBef>
              <a:spcAft>
                <a:spcPts val="0"/>
              </a:spcAft>
              <a:buSzPts val="2000"/>
              <a:buChar char="▪"/>
              <a:defRPr sz="2000"/>
            </a:lvl2pPr>
            <a:lvl3pPr marL="1371600" lvl="2" indent="-342900" algn="l">
              <a:spcBef>
                <a:spcPts val="360"/>
              </a:spcBef>
              <a:spcAft>
                <a:spcPts val="0"/>
              </a:spcAft>
              <a:buSzPts val="1800"/>
              <a:buFont typeface="Times New Roman"/>
              <a:buChar char="•"/>
              <a:defRPr sz="1800"/>
            </a:lvl3pPr>
            <a:lvl4pPr marL="1828800" lvl="3" indent="-330200" algn="l">
              <a:spcBef>
                <a:spcPts val="320"/>
              </a:spcBef>
              <a:spcAft>
                <a:spcPts val="0"/>
              </a:spcAft>
              <a:buSzPts val="1600"/>
              <a:buFont typeface="Times New Roman"/>
              <a:buChar char="o"/>
              <a:defRPr sz="1600"/>
            </a:lvl4pPr>
            <a:lvl5pPr marL="2286000" lvl="4" indent="-330200" algn="l">
              <a:spcBef>
                <a:spcPts val="320"/>
              </a:spcBef>
              <a:spcAft>
                <a:spcPts val="0"/>
              </a:spcAft>
              <a:buSzPts val="1600"/>
              <a:buFont typeface="Times New Roman"/>
              <a:buChar char="o"/>
              <a:defRPr sz="1600"/>
            </a:lvl5pPr>
            <a:lvl6pPr marL="2743200" lvl="5" indent="-330200" algn="l">
              <a:spcBef>
                <a:spcPts val="320"/>
              </a:spcBef>
              <a:spcAft>
                <a:spcPts val="0"/>
              </a:spcAft>
              <a:buSzPts val="1600"/>
              <a:buFont typeface="Times New Roman"/>
              <a:buChar char="o"/>
              <a:defRPr sz="1600"/>
            </a:lvl6pPr>
            <a:lvl7pPr marL="3200400" lvl="6" indent="-330200" algn="l">
              <a:spcBef>
                <a:spcPts val="320"/>
              </a:spcBef>
              <a:spcAft>
                <a:spcPts val="0"/>
              </a:spcAft>
              <a:buSzPts val="1600"/>
              <a:buFont typeface="Times New Roman"/>
              <a:buChar char="o"/>
              <a:defRPr sz="1600"/>
            </a:lvl7pPr>
            <a:lvl8pPr marL="3657600" lvl="7" indent="-330200" algn="l">
              <a:spcBef>
                <a:spcPts val="320"/>
              </a:spcBef>
              <a:spcAft>
                <a:spcPts val="0"/>
              </a:spcAft>
              <a:buSzPts val="1600"/>
              <a:buFont typeface="Times New Roman"/>
              <a:buChar char="o"/>
              <a:defRPr sz="1600"/>
            </a:lvl8pPr>
            <a:lvl9pPr marL="4114800" lvl="8" indent="-330200" algn="l">
              <a:spcBef>
                <a:spcPts val="320"/>
              </a:spcBef>
              <a:spcAft>
                <a:spcPts val="0"/>
              </a:spcAft>
              <a:buSzPts val="1600"/>
              <a:buFont typeface="Times New Roman"/>
              <a:buChar char="o"/>
              <a:defRPr sz="1600"/>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2"/>
        <p:cNvGrpSpPr/>
        <p:nvPr/>
      </p:nvGrpSpPr>
      <p:grpSpPr>
        <a:xfrm>
          <a:off x="0" y="0"/>
          <a:ext cx="0" cy="0"/>
          <a:chOff x="0" y="0"/>
          <a:chExt cx="0" cy="0"/>
        </a:xfrm>
      </p:grpSpPr>
      <p:sp>
        <p:nvSpPr>
          <p:cNvPr id="1048653" name="Google Shape;43;p55"/>
          <p:cNvSpPr txBox="1">
            <a:spLocks noGrp="1"/>
          </p:cNvSpPr>
          <p:nvPr>
            <p:ph type="title"/>
          </p:nvPr>
        </p:nvSpPr>
        <p:spPr>
          <a:xfrm>
            <a:off x="660400" y="609600"/>
            <a:ext cx="8750300" cy="533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4"/>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49"/>
        <p:cNvGrpSpPr/>
        <p:nvPr/>
      </p:nvGrpSpPr>
      <p:grpSpPr>
        <a:xfrm>
          <a:off x="0" y="0"/>
          <a:ext cx="0" cy="0"/>
          <a:chOff x="0" y="0"/>
          <a:chExt cx="0" cy="0"/>
        </a:xfrm>
      </p:grpSpPr>
      <p:sp>
        <p:nvSpPr>
          <p:cNvPr id="1048654" name="Google Shape;50;p58"/>
          <p:cNvSpPr txBox="1">
            <a:spLocks noGrp="1"/>
          </p:cNvSpPr>
          <p:nvPr>
            <p:ph type="title"/>
          </p:nvPr>
        </p:nvSpPr>
        <p:spPr>
          <a:xfrm>
            <a:off x="1792290" y="4800600"/>
            <a:ext cx="5486400" cy="566738"/>
          </a:xfrm>
          <a:prstGeom prst="rect">
            <a:avLst/>
          </a:prstGeom>
          <a:noFill/>
          <a:ln>
            <a:noFill/>
          </a:ln>
        </p:spPr>
        <p:txBody>
          <a:bodyPr spcFirstLastPara="1" wrap="square" lIns="91425" tIns="45700" rIns="91425" bIns="45700" anchor="b" anchorCtr="0">
            <a:noAutofit/>
          </a:bodyPr>
          <a:lstStyle>
            <a:lvl1pPr lvl="0" algn="l">
              <a:spcBef>
                <a:spcPts val="0"/>
              </a:spcBef>
              <a:spcAft>
                <a:spcPts val="0"/>
              </a:spcAft>
              <a:buSzPts val="1400"/>
              <a:buNone/>
              <a:defRPr sz="2000" b="1"/>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
        <p:nvSpPr>
          <p:cNvPr id="1048655" name="Google Shape;51;p58"/>
          <p:cNvSpPr>
            <a:spLocks noGrp="1"/>
          </p:cNvSpPr>
          <p:nvPr>
            <p:ph type="pic" idx="2"/>
          </p:nvPr>
        </p:nvSpPr>
        <p:spPr>
          <a:xfrm>
            <a:off x="1792290" y="612775"/>
            <a:ext cx="5486400" cy="4114800"/>
          </a:xfrm>
          <a:prstGeom prst="rect">
            <a:avLst/>
          </a:prstGeom>
          <a:noFill/>
          <a:ln>
            <a:noFill/>
          </a:ln>
        </p:spPr>
        <p:txBody>
          <a:bodyPr spcFirstLastPara="1" wrap="square" lIns="91425" tIns="45700" rIns="91425" bIns="45700" anchor="t" anchorCtr="0">
            <a:noAutofit/>
          </a:bodyPr>
          <a:lstStyle>
            <a:lvl1pPr marR="0" lvl="0" algn="l" rtl="0">
              <a:spcBef>
                <a:spcPts val="640"/>
              </a:spcBef>
              <a:spcAft>
                <a:spcPts val="0"/>
              </a:spcAft>
              <a:buClr>
                <a:schemeClr val="accent2"/>
              </a:buClr>
              <a:buSzPts val="3200"/>
              <a:buFont typeface="Noto Sans Symbols"/>
              <a:buNone/>
              <a:defRPr sz="3200" b="0" i="0" u="none" strike="noStrike" cap="none">
                <a:solidFill>
                  <a:schemeClr val="dk1"/>
                </a:solidFill>
                <a:latin typeface="Times New Roman"/>
                <a:ea typeface="Times New Roman"/>
                <a:cs typeface="Times New Roman"/>
                <a:sym typeface="Times New Roman"/>
              </a:defRPr>
            </a:lvl1pPr>
            <a:lvl2pPr marR="0" lvl="1" algn="l" rtl="0">
              <a:spcBef>
                <a:spcPts val="560"/>
              </a:spcBef>
              <a:spcAft>
                <a:spcPts val="0"/>
              </a:spcAft>
              <a:buClr>
                <a:srgbClr val="FF5050"/>
              </a:buClr>
              <a:buSzPts val="2800"/>
              <a:buFont typeface="Noto Sans Symbols"/>
              <a:buNone/>
              <a:defRPr sz="2800" b="0" i="0" u="none" strike="noStrike" cap="none">
                <a:solidFill>
                  <a:schemeClr val="dk1"/>
                </a:solidFill>
                <a:latin typeface="Times New Roman"/>
                <a:ea typeface="Times New Roman"/>
                <a:cs typeface="Times New Roman"/>
                <a:sym typeface="Times New Roman"/>
              </a:defRPr>
            </a:lvl2pPr>
            <a:lvl3pPr marR="0" lvl="2" algn="l" rtl="0">
              <a:spcBef>
                <a:spcPts val="480"/>
              </a:spcBef>
              <a:spcAft>
                <a:spcPts val="0"/>
              </a:spcAft>
              <a:buClr>
                <a:srgbClr val="6699FF"/>
              </a:buClr>
              <a:buSzPts val="2400"/>
              <a:buFont typeface="Times New Roman"/>
              <a:buNone/>
              <a:defRPr sz="2400" b="0" i="0" u="none" strike="noStrike" cap="none">
                <a:solidFill>
                  <a:schemeClr val="dk1"/>
                </a:solidFill>
                <a:latin typeface="Times New Roman"/>
                <a:ea typeface="Times New Roman"/>
                <a:cs typeface="Times New Roman"/>
                <a:sym typeface="Times New Roman"/>
              </a:defRPr>
            </a:lvl3pPr>
            <a:lvl4pPr marR="0" lvl="3"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4pPr>
            <a:lvl5pPr marR="0" lvl="4"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5pPr>
            <a:lvl6pPr marR="0" lvl="5"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6pPr>
            <a:lvl7pPr marR="0" lvl="6"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7pPr>
            <a:lvl8pPr marR="0" lvl="7"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8pPr>
            <a:lvl9pPr marR="0" lvl="8" algn="l" rtl="0">
              <a:spcBef>
                <a:spcPts val="400"/>
              </a:spcBef>
              <a:spcAft>
                <a:spcPts val="0"/>
              </a:spcAft>
              <a:buClr>
                <a:srgbClr val="FF5050"/>
              </a:buClr>
              <a:buSzPts val="2000"/>
              <a:buFont typeface="Times New Roman"/>
              <a:buNone/>
              <a:defRPr sz="2000" b="0" i="0" u="none" strike="noStrike" cap="none">
                <a:solidFill>
                  <a:schemeClr val="dk1"/>
                </a:solidFill>
                <a:latin typeface="Times New Roman"/>
                <a:ea typeface="Times New Roman"/>
                <a:cs typeface="Times New Roman"/>
                <a:sym typeface="Times New Roman"/>
              </a:defRPr>
            </a:lvl9pPr>
          </a:lstStyle>
          <a:p>
            <a:endParaRPr dirty="0"/>
          </a:p>
        </p:txBody>
      </p:sp>
      <p:sp>
        <p:nvSpPr>
          <p:cNvPr id="1048656" name="Google Shape;52;p58"/>
          <p:cNvSpPr txBox="1">
            <a:spLocks noGrp="1"/>
          </p:cNvSpPr>
          <p:nvPr>
            <p:ph type="body" idx="1"/>
          </p:nvPr>
        </p:nvSpPr>
        <p:spPr>
          <a:xfrm>
            <a:off x="1792290" y="5367338"/>
            <a:ext cx="5486400" cy="804862"/>
          </a:xfrm>
          <a:prstGeom prst="rect">
            <a:avLst/>
          </a:prstGeom>
          <a:noFill/>
          <a:ln>
            <a:noFill/>
          </a:ln>
        </p:spPr>
        <p:txBody>
          <a:bodyPr spcFirstLastPara="1" wrap="square" lIns="91425" tIns="45700" rIns="91425" bIns="45700" anchor="t" anchorCtr="0">
            <a:noAutofit/>
          </a:bodyPr>
          <a:lstStyle>
            <a:lvl1pPr marL="457200" lvl="0" indent="-228600" algn="l">
              <a:spcBef>
                <a:spcPts val="280"/>
              </a:spcBef>
              <a:spcAft>
                <a:spcPts val="0"/>
              </a:spcAft>
              <a:buSzPts val="1400"/>
              <a:buNone/>
              <a:defRPr sz="1400"/>
            </a:lvl1pPr>
            <a:lvl2pPr marL="914400" lvl="1" indent="-228600" algn="l">
              <a:spcBef>
                <a:spcPts val="240"/>
              </a:spcBef>
              <a:spcAft>
                <a:spcPts val="0"/>
              </a:spcAft>
              <a:buSzPts val="1200"/>
              <a:buNone/>
              <a:defRPr sz="1200"/>
            </a:lvl2pPr>
            <a:lvl3pPr marL="1371600" lvl="2" indent="-228600" algn="l">
              <a:spcBef>
                <a:spcPts val="200"/>
              </a:spcBef>
              <a:spcAft>
                <a:spcPts val="0"/>
              </a:spcAft>
              <a:buSzPts val="1000"/>
              <a:buFont typeface="Times New Roman"/>
              <a:buNone/>
              <a:defRPr sz="1000"/>
            </a:lvl3pPr>
            <a:lvl4pPr marL="1828800" lvl="3" indent="-228600" algn="l">
              <a:spcBef>
                <a:spcPts val="180"/>
              </a:spcBef>
              <a:spcAft>
                <a:spcPts val="0"/>
              </a:spcAft>
              <a:buSzPts val="900"/>
              <a:buFont typeface="Times New Roman"/>
              <a:buNone/>
              <a:defRPr sz="900"/>
            </a:lvl4pPr>
            <a:lvl5pPr marL="2286000" lvl="4" indent="-228600" algn="l">
              <a:spcBef>
                <a:spcPts val="180"/>
              </a:spcBef>
              <a:spcAft>
                <a:spcPts val="0"/>
              </a:spcAft>
              <a:buSzPts val="900"/>
              <a:buFont typeface="Times New Roman"/>
              <a:buNone/>
              <a:defRPr sz="900"/>
            </a:lvl5pPr>
            <a:lvl6pPr marL="2743200" lvl="5" indent="-228600" algn="l">
              <a:spcBef>
                <a:spcPts val="180"/>
              </a:spcBef>
              <a:spcAft>
                <a:spcPts val="0"/>
              </a:spcAft>
              <a:buSzPts val="900"/>
              <a:buFont typeface="Times New Roman"/>
              <a:buNone/>
              <a:defRPr sz="900"/>
            </a:lvl6pPr>
            <a:lvl7pPr marL="3200400" lvl="6" indent="-228600" algn="l">
              <a:spcBef>
                <a:spcPts val="180"/>
              </a:spcBef>
              <a:spcAft>
                <a:spcPts val="0"/>
              </a:spcAft>
              <a:buSzPts val="900"/>
              <a:buFont typeface="Times New Roman"/>
              <a:buNone/>
              <a:defRPr sz="900"/>
            </a:lvl7pPr>
            <a:lvl8pPr marL="3657600" lvl="7" indent="-228600" algn="l">
              <a:spcBef>
                <a:spcPts val="180"/>
              </a:spcBef>
              <a:spcAft>
                <a:spcPts val="0"/>
              </a:spcAft>
              <a:buSzPts val="900"/>
              <a:buFont typeface="Times New Roman"/>
              <a:buNone/>
              <a:defRPr sz="900"/>
            </a:lvl8pPr>
            <a:lvl9pPr marL="4114800" lvl="8" indent="-228600" algn="l">
              <a:spcBef>
                <a:spcPts val="180"/>
              </a:spcBef>
              <a:spcAft>
                <a:spcPts val="0"/>
              </a:spcAft>
              <a:buSzPts val="900"/>
              <a:buFont typeface="Times New Roman"/>
              <a:buNone/>
              <a:defRPr sz="900"/>
            </a:lvl9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53"/>
        <p:cNvGrpSpPr/>
        <p:nvPr/>
      </p:nvGrpSpPr>
      <p:grpSpPr>
        <a:xfrm>
          <a:off x="0" y="0"/>
          <a:ext cx="0" cy="0"/>
          <a:chOff x="0" y="0"/>
          <a:chExt cx="0" cy="0"/>
        </a:xfrm>
      </p:grpSpPr>
      <p:sp>
        <p:nvSpPr>
          <p:cNvPr id="1048644" name="Google Shape;54;p59"/>
          <p:cNvSpPr txBox="1">
            <a:spLocks noGrp="1"/>
          </p:cNvSpPr>
          <p:nvPr>
            <p:ph type="title"/>
          </p:nvPr>
        </p:nvSpPr>
        <p:spPr>
          <a:xfrm>
            <a:off x="660400" y="609600"/>
            <a:ext cx="8750300" cy="5334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
        <p:nvSpPr>
          <p:cNvPr id="1048645" name="Google Shape;55;p59"/>
          <p:cNvSpPr txBox="1">
            <a:spLocks noGrp="1"/>
          </p:cNvSpPr>
          <p:nvPr>
            <p:ph type="body" idx="1"/>
          </p:nvPr>
        </p:nvSpPr>
        <p:spPr>
          <a:xfrm rot="5400000">
            <a:off x="2593975" y="-485775"/>
            <a:ext cx="4800600" cy="866775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SzPts val="1800"/>
              <a:buChar char="❖"/>
            </a:lvl1pPr>
            <a:lvl2pPr marL="914400" lvl="1" indent="-342900" algn="l">
              <a:spcBef>
                <a:spcPts val="360"/>
              </a:spcBef>
              <a:spcAft>
                <a:spcPts val="0"/>
              </a:spcAft>
              <a:buSzPts val="1800"/>
              <a:buChar char="▪"/>
            </a:lvl2pPr>
            <a:lvl3pPr marL="1371600" lvl="2" indent="-342900" algn="l">
              <a:spcBef>
                <a:spcPts val="360"/>
              </a:spcBef>
              <a:spcAft>
                <a:spcPts val="0"/>
              </a:spcAft>
              <a:buSzPts val="1800"/>
              <a:buChar char="•"/>
            </a:lvl3pPr>
            <a:lvl4pPr marL="1828800" lvl="3" indent="-342900" algn="l">
              <a:spcBef>
                <a:spcPts val="360"/>
              </a:spcBef>
              <a:spcAft>
                <a:spcPts val="0"/>
              </a:spcAft>
              <a:buSzPts val="1800"/>
              <a:buChar char="o"/>
            </a:lvl4pPr>
            <a:lvl5pPr marL="2286000" lvl="4" indent="-342900" algn="l">
              <a:spcBef>
                <a:spcPts val="360"/>
              </a:spcBef>
              <a:spcAft>
                <a:spcPts val="0"/>
              </a:spcAft>
              <a:buSzPts val="1800"/>
              <a:buChar char="o"/>
            </a:lvl5pPr>
            <a:lvl6pPr marL="2743200" lvl="5" indent="-342900" algn="l">
              <a:spcBef>
                <a:spcPts val="360"/>
              </a:spcBef>
              <a:spcAft>
                <a:spcPts val="0"/>
              </a:spcAft>
              <a:buSzPts val="1800"/>
              <a:buChar char="o"/>
            </a:lvl6pPr>
            <a:lvl7pPr marL="3200400" lvl="6" indent="-342900" algn="l">
              <a:spcBef>
                <a:spcPts val="360"/>
              </a:spcBef>
              <a:spcAft>
                <a:spcPts val="0"/>
              </a:spcAft>
              <a:buSzPts val="1800"/>
              <a:buChar char="o"/>
            </a:lvl7pPr>
            <a:lvl8pPr marL="3657600" lvl="7" indent="-342900" algn="l">
              <a:spcBef>
                <a:spcPts val="360"/>
              </a:spcBef>
              <a:spcAft>
                <a:spcPts val="0"/>
              </a:spcAft>
              <a:buSzPts val="1800"/>
              <a:buChar char="o"/>
            </a:lvl8pPr>
            <a:lvl9pPr marL="4114800" lvl="8" indent="-342900" algn="l">
              <a:spcBef>
                <a:spcPts val="360"/>
              </a:spcBef>
              <a:spcAft>
                <a:spcPts val="0"/>
              </a:spcAft>
              <a:buSzPts val="1800"/>
              <a:buChar char="o"/>
            </a:lvl9pPr>
          </a:lstStyle>
          <a:p>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56"/>
        <p:cNvGrpSpPr/>
        <p:nvPr/>
      </p:nvGrpSpPr>
      <p:grpSpPr>
        <a:xfrm>
          <a:off x="0" y="0"/>
          <a:ext cx="0" cy="0"/>
          <a:chOff x="0" y="0"/>
          <a:chExt cx="0" cy="0"/>
        </a:xfrm>
      </p:grpSpPr>
      <p:sp>
        <p:nvSpPr>
          <p:cNvPr id="1048657" name="Google Shape;57;p60"/>
          <p:cNvSpPr txBox="1">
            <a:spLocks noGrp="1"/>
          </p:cNvSpPr>
          <p:nvPr>
            <p:ph type="title"/>
          </p:nvPr>
        </p:nvSpPr>
        <p:spPr>
          <a:xfrm rot="5400000">
            <a:off x="4857751" y="2419350"/>
            <a:ext cx="5638800" cy="2019300"/>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lvl1pPr>
            <a:lvl2pPr lvl="1" algn="l">
              <a:spcBef>
                <a:spcPts val="0"/>
              </a:spcBef>
              <a:spcAft>
                <a:spcPts val="0"/>
              </a:spcAft>
              <a:buSzPts val="1400"/>
              <a:buNone/>
            </a:lvl2pPr>
            <a:lvl3pPr lvl="2" algn="l">
              <a:spcBef>
                <a:spcPts val="0"/>
              </a:spcBef>
              <a:spcAft>
                <a:spcPts val="0"/>
              </a:spcAft>
              <a:buSzPts val="1400"/>
              <a:buNone/>
            </a:lvl3pPr>
            <a:lvl4pPr lvl="3" algn="l">
              <a:spcBef>
                <a:spcPts val="0"/>
              </a:spcBef>
              <a:spcAft>
                <a:spcPts val="0"/>
              </a:spcAft>
              <a:buSzPts val="1400"/>
              <a:buNone/>
            </a:lvl4pPr>
            <a:lvl5pPr lvl="4" algn="l">
              <a:spcBef>
                <a:spcPts val="0"/>
              </a:spcBef>
              <a:spcAft>
                <a:spcPts val="0"/>
              </a:spcAft>
              <a:buSzPts val="1400"/>
              <a:buNone/>
            </a:lvl5pPr>
            <a:lvl6pPr lvl="5" algn="l">
              <a:spcBef>
                <a:spcPts val="0"/>
              </a:spcBef>
              <a:spcAft>
                <a:spcPts val="0"/>
              </a:spcAft>
              <a:buSzPts val="1400"/>
              <a:buNone/>
            </a:lvl6pPr>
            <a:lvl7pPr lvl="6" algn="l">
              <a:spcBef>
                <a:spcPts val="0"/>
              </a:spcBef>
              <a:spcAft>
                <a:spcPts val="0"/>
              </a:spcAft>
              <a:buSzPts val="1400"/>
              <a:buNone/>
            </a:lvl7pPr>
            <a:lvl8pPr lvl="7" algn="l">
              <a:spcBef>
                <a:spcPts val="0"/>
              </a:spcBef>
              <a:spcAft>
                <a:spcPts val="0"/>
              </a:spcAft>
              <a:buSzPts val="1400"/>
              <a:buNone/>
            </a:lvl8pPr>
            <a:lvl9pPr lvl="8" algn="l">
              <a:spcBef>
                <a:spcPts val="0"/>
              </a:spcBef>
              <a:spcAft>
                <a:spcPts val="0"/>
              </a:spcAft>
              <a:buSzPts val="1400"/>
              <a:buNone/>
            </a:lvl9pPr>
          </a:lstStyle>
          <a:p>
            <a:endParaRPr/>
          </a:p>
        </p:txBody>
      </p:sp>
      <p:sp>
        <p:nvSpPr>
          <p:cNvPr id="1048658" name="Google Shape;58;p60"/>
          <p:cNvSpPr txBox="1">
            <a:spLocks noGrp="1"/>
          </p:cNvSpPr>
          <p:nvPr>
            <p:ph type="body" idx="1"/>
          </p:nvPr>
        </p:nvSpPr>
        <p:spPr>
          <a:xfrm rot="5400000">
            <a:off x="742951" y="476250"/>
            <a:ext cx="5638800" cy="5905500"/>
          </a:xfrm>
          <a:prstGeom prst="rect">
            <a:avLst/>
          </a:prstGeom>
          <a:noFill/>
          <a:ln>
            <a:noFill/>
          </a:ln>
        </p:spPr>
        <p:txBody>
          <a:bodyPr spcFirstLastPara="1" wrap="square" lIns="91425" tIns="45700" rIns="91425" bIns="45700" anchor="t" anchorCtr="0">
            <a:noAutofit/>
          </a:bodyPr>
          <a:lstStyle>
            <a:lvl1pPr marL="457200" lvl="0" indent="-342900" algn="l">
              <a:spcBef>
                <a:spcPts val="360"/>
              </a:spcBef>
              <a:spcAft>
                <a:spcPts val="0"/>
              </a:spcAft>
              <a:buSzPts val="1800"/>
              <a:buChar char="❖"/>
            </a:lvl1pPr>
            <a:lvl2pPr marL="914400" lvl="1" indent="-342900" algn="l">
              <a:spcBef>
                <a:spcPts val="360"/>
              </a:spcBef>
              <a:spcAft>
                <a:spcPts val="0"/>
              </a:spcAft>
              <a:buSzPts val="1800"/>
              <a:buChar char="▪"/>
            </a:lvl2pPr>
            <a:lvl3pPr marL="1371600" lvl="2" indent="-342900" algn="l">
              <a:spcBef>
                <a:spcPts val="360"/>
              </a:spcBef>
              <a:spcAft>
                <a:spcPts val="0"/>
              </a:spcAft>
              <a:buSzPts val="1800"/>
              <a:buChar char="•"/>
            </a:lvl3pPr>
            <a:lvl4pPr marL="1828800" lvl="3" indent="-342900" algn="l">
              <a:spcBef>
                <a:spcPts val="360"/>
              </a:spcBef>
              <a:spcAft>
                <a:spcPts val="0"/>
              </a:spcAft>
              <a:buSzPts val="1800"/>
              <a:buChar char="o"/>
            </a:lvl4pPr>
            <a:lvl5pPr marL="2286000" lvl="4" indent="-342900" algn="l">
              <a:spcBef>
                <a:spcPts val="360"/>
              </a:spcBef>
              <a:spcAft>
                <a:spcPts val="0"/>
              </a:spcAft>
              <a:buSzPts val="1800"/>
              <a:buChar char="o"/>
            </a:lvl5pPr>
            <a:lvl6pPr marL="2743200" lvl="5" indent="-342900" algn="l">
              <a:spcBef>
                <a:spcPts val="360"/>
              </a:spcBef>
              <a:spcAft>
                <a:spcPts val="0"/>
              </a:spcAft>
              <a:buSzPts val="1800"/>
              <a:buChar char="o"/>
            </a:lvl6pPr>
            <a:lvl7pPr marL="3200400" lvl="6" indent="-342900" algn="l">
              <a:spcBef>
                <a:spcPts val="360"/>
              </a:spcBef>
              <a:spcAft>
                <a:spcPts val="0"/>
              </a:spcAft>
              <a:buSzPts val="1800"/>
              <a:buChar char="o"/>
            </a:lvl7pPr>
            <a:lvl8pPr marL="3657600" lvl="7" indent="-342900" algn="l">
              <a:spcBef>
                <a:spcPts val="360"/>
              </a:spcBef>
              <a:spcAft>
                <a:spcPts val="0"/>
              </a:spcAft>
              <a:buSzPts val="1800"/>
              <a:buChar char="o"/>
            </a:lvl8pPr>
            <a:lvl9pPr marL="4114800" lvl="8" indent="-342900" algn="l">
              <a:spcBef>
                <a:spcPts val="360"/>
              </a:spcBef>
              <a:spcAft>
                <a:spcPts val="0"/>
              </a:spcAft>
              <a:buSzPts val="1800"/>
              <a:buChar char="o"/>
            </a:lvl9pPr>
          </a:lstStyle>
          <a:p>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chart">
  <p:cSld name="1_Title and Chart">
    <p:spTree>
      <p:nvGrpSpPr>
        <p:cNvPr id="1" name=""/>
        <p:cNvGrpSpPr/>
        <p:nvPr/>
      </p:nvGrpSpPr>
      <p:grpSpPr>
        <a:xfrm>
          <a:off x="0" y="0"/>
          <a:ext cx="0" cy="0"/>
          <a:chOff x="0" y="0"/>
          <a:chExt cx="0" cy="0"/>
        </a:xfrm>
      </p:grpSpPr>
      <p:sp>
        <p:nvSpPr>
          <p:cNvPr id="1048579" name="Title 1"/>
          <p:cNvSpPr>
            <a:spLocks noGrp="1"/>
          </p:cNvSpPr>
          <p:nvPr>
            <p:ph type="title"/>
          </p:nvPr>
        </p:nvSpPr>
        <p:spPr>
          <a:xfrm>
            <a:off x="609602" y="609600"/>
            <a:ext cx="8077200" cy="533400"/>
          </a:xfrm>
        </p:spPr>
        <p:txBody>
          <a:bodyPr/>
          <a:lstStyle/>
          <a:p>
            <a:r>
              <a:rPr lang="en-US" altLang="zh-TW" dirty="0"/>
              <a:t>Click to edit Master title style</a:t>
            </a:r>
            <a:endParaRPr lang="en-US" dirty="0"/>
          </a:p>
        </p:txBody>
      </p:sp>
      <p:sp>
        <p:nvSpPr>
          <p:cNvPr id="1048580" name="Chart Placeholder 2"/>
          <p:cNvSpPr>
            <a:spLocks noGrp="1"/>
          </p:cNvSpPr>
          <p:nvPr>
            <p:ph type="chart" idx="1"/>
          </p:nvPr>
        </p:nvSpPr>
        <p:spPr>
          <a:xfrm>
            <a:off x="609600" y="1447800"/>
            <a:ext cx="8001000" cy="4800600"/>
          </a:xfrm>
        </p:spPr>
        <p:txBody>
          <a:bodyPr/>
          <a:lstStyle/>
          <a:p>
            <a:pPr lvl="0"/>
            <a:endParaRPr lang="en-US" noProof="0"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Title and Content">
    <p:spTree>
      <p:nvGrpSpPr>
        <p:cNvPr id="1" name=""/>
        <p:cNvGrpSpPr/>
        <p:nvPr/>
      </p:nvGrpSpPr>
      <p:grpSpPr>
        <a:xfrm>
          <a:off x="0" y="0"/>
          <a:ext cx="0" cy="0"/>
          <a:chOff x="0" y="0"/>
          <a:chExt cx="0" cy="0"/>
        </a:xfrm>
      </p:grpSpPr>
      <p:sp>
        <p:nvSpPr>
          <p:cNvPr id="1048651" name="Content Placeholder 2"/>
          <p:cNvSpPr>
            <a:spLocks noGrp="1"/>
          </p:cNvSpPr>
          <p:nvPr>
            <p:ph idx="1"/>
          </p:nvPr>
        </p:nvSpPr>
        <p:spPr/>
        <p:txBody>
          <a:bodyPr/>
          <a:lstStyle/>
          <a:p>
            <a:pPr lvl="0"/>
            <a:r>
              <a:rPr lang="en-US" altLang="zh-TW"/>
              <a:t>Click to edit Master text styles</a:t>
            </a:r>
          </a:p>
          <a:p>
            <a:pPr lvl="1"/>
            <a:r>
              <a:rPr lang="en-US" altLang="zh-TW"/>
              <a:t>Second level</a:t>
            </a:r>
          </a:p>
          <a:p>
            <a:pPr lvl="2"/>
            <a:r>
              <a:rPr lang="en-US" altLang="zh-TW"/>
              <a:t>Third level</a:t>
            </a:r>
          </a:p>
          <a:p>
            <a:pPr lvl="3"/>
            <a:r>
              <a:rPr lang="en-US" altLang="zh-TW"/>
              <a:t>Fourth level</a:t>
            </a:r>
          </a:p>
          <a:p>
            <a:pPr lvl="4"/>
            <a:r>
              <a:rPr lang="en-US" altLang="zh-TW"/>
              <a:t>Fifth level</a:t>
            </a:r>
            <a:endParaRPr lang="en-US"/>
          </a:p>
        </p:txBody>
      </p:sp>
      <p:sp>
        <p:nvSpPr>
          <p:cNvPr id="1048652" name="Title 1"/>
          <p:cNvSpPr>
            <a:spLocks noGrp="1"/>
          </p:cNvSpPr>
          <p:nvPr>
            <p:ph type="title"/>
          </p:nvPr>
        </p:nvSpPr>
        <p:spPr>
          <a:xfrm>
            <a:off x="660400" y="609600"/>
            <a:ext cx="8750300" cy="533400"/>
          </a:xfrm>
        </p:spPr>
        <p:txBody>
          <a:bodyPr/>
          <a:lstStyle>
            <a:lvl1pPr>
              <a:defRPr sz="3200"/>
            </a:lvl1pPr>
          </a:lstStyle>
          <a:p>
            <a:r>
              <a:rPr lang="en-US" altLang="zh-TW" dirty="0"/>
              <a:t>Title of the Slide</a:t>
            </a: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jpe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48576" name="Google Shape;10;p48"/>
          <p:cNvSpPr txBox="1">
            <a:spLocks noGrp="1"/>
          </p:cNvSpPr>
          <p:nvPr>
            <p:ph type="title"/>
          </p:nvPr>
        </p:nvSpPr>
        <p:spPr>
          <a:xfrm>
            <a:off x="660400" y="609600"/>
            <a:ext cx="8750300" cy="533400"/>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2400" b="0" i="0" u="none" strike="noStrike" cap="none">
                <a:solidFill>
                  <a:schemeClr val="accent2"/>
                </a:solidFill>
                <a:latin typeface="Times New Roman"/>
                <a:ea typeface="Times New Roman"/>
                <a:cs typeface="Times New Roman"/>
                <a:sym typeface="Times New Roman"/>
              </a:defRPr>
            </a:lvl1pPr>
            <a:lvl2pPr marR="0" lvl="1" algn="l" rtl="0">
              <a:spcBef>
                <a:spcPts val="0"/>
              </a:spcBef>
              <a:spcAft>
                <a:spcPts val="0"/>
              </a:spcAft>
              <a:buSzPts val="1400"/>
              <a:buNone/>
              <a:defRPr sz="2400" b="0" i="0" u="none" strike="noStrike" cap="none">
                <a:solidFill>
                  <a:schemeClr val="accent2"/>
                </a:solidFill>
                <a:latin typeface="Times New Roman"/>
                <a:ea typeface="Times New Roman"/>
                <a:cs typeface="Times New Roman"/>
                <a:sym typeface="Times New Roman"/>
              </a:defRPr>
            </a:lvl2pPr>
            <a:lvl3pPr marR="0" lvl="2" algn="l" rtl="0">
              <a:spcBef>
                <a:spcPts val="0"/>
              </a:spcBef>
              <a:spcAft>
                <a:spcPts val="0"/>
              </a:spcAft>
              <a:buSzPts val="1400"/>
              <a:buNone/>
              <a:defRPr sz="2400" b="0" i="0" u="none" strike="noStrike" cap="none">
                <a:solidFill>
                  <a:schemeClr val="accent2"/>
                </a:solidFill>
                <a:latin typeface="Times New Roman"/>
                <a:ea typeface="Times New Roman"/>
                <a:cs typeface="Times New Roman"/>
                <a:sym typeface="Times New Roman"/>
              </a:defRPr>
            </a:lvl3pPr>
            <a:lvl4pPr marR="0" lvl="3" algn="l" rtl="0">
              <a:spcBef>
                <a:spcPts val="0"/>
              </a:spcBef>
              <a:spcAft>
                <a:spcPts val="0"/>
              </a:spcAft>
              <a:buSzPts val="1400"/>
              <a:buNone/>
              <a:defRPr sz="2400" b="0" i="0" u="none" strike="noStrike" cap="none">
                <a:solidFill>
                  <a:schemeClr val="accent2"/>
                </a:solidFill>
                <a:latin typeface="Times New Roman"/>
                <a:ea typeface="Times New Roman"/>
                <a:cs typeface="Times New Roman"/>
                <a:sym typeface="Times New Roman"/>
              </a:defRPr>
            </a:lvl4pPr>
            <a:lvl5pPr marR="0" lvl="4" algn="l" rtl="0">
              <a:spcBef>
                <a:spcPts val="0"/>
              </a:spcBef>
              <a:spcAft>
                <a:spcPts val="0"/>
              </a:spcAft>
              <a:buSzPts val="1400"/>
              <a:buNone/>
              <a:defRPr sz="2400" b="0" i="0" u="none" strike="noStrike" cap="none">
                <a:solidFill>
                  <a:schemeClr val="accent2"/>
                </a:solidFill>
                <a:latin typeface="Times New Roman"/>
                <a:ea typeface="Times New Roman"/>
                <a:cs typeface="Times New Roman"/>
                <a:sym typeface="Times New Roman"/>
              </a:defRPr>
            </a:lvl5pPr>
            <a:lvl6pPr marR="0" lvl="5" algn="l" rtl="0">
              <a:spcBef>
                <a:spcPts val="0"/>
              </a:spcBef>
              <a:spcAft>
                <a:spcPts val="0"/>
              </a:spcAft>
              <a:buSzPts val="1400"/>
              <a:buNone/>
              <a:defRPr sz="3200" b="0" i="0" u="none" strike="noStrike" cap="none">
                <a:solidFill>
                  <a:schemeClr val="accent2"/>
                </a:solidFill>
                <a:latin typeface="Times New Roman"/>
                <a:ea typeface="Times New Roman"/>
                <a:cs typeface="Times New Roman"/>
                <a:sym typeface="Times New Roman"/>
              </a:defRPr>
            </a:lvl6pPr>
            <a:lvl7pPr marR="0" lvl="6" algn="l" rtl="0">
              <a:spcBef>
                <a:spcPts val="0"/>
              </a:spcBef>
              <a:spcAft>
                <a:spcPts val="0"/>
              </a:spcAft>
              <a:buSzPts val="1400"/>
              <a:buNone/>
              <a:defRPr sz="3200" b="0" i="0" u="none" strike="noStrike" cap="none">
                <a:solidFill>
                  <a:schemeClr val="accent2"/>
                </a:solidFill>
                <a:latin typeface="Times New Roman"/>
                <a:ea typeface="Times New Roman"/>
                <a:cs typeface="Times New Roman"/>
                <a:sym typeface="Times New Roman"/>
              </a:defRPr>
            </a:lvl7pPr>
            <a:lvl8pPr marR="0" lvl="7" algn="l" rtl="0">
              <a:spcBef>
                <a:spcPts val="0"/>
              </a:spcBef>
              <a:spcAft>
                <a:spcPts val="0"/>
              </a:spcAft>
              <a:buSzPts val="1400"/>
              <a:buNone/>
              <a:defRPr sz="3200" b="0" i="0" u="none" strike="noStrike" cap="none">
                <a:solidFill>
                  <a:schemeClr val="accent2"/>
                </a:solidFill>
                <a:latin typeface="Times New Roman"/>
                <a:ea typeface="Times New Roman"/>
                <a:cs typeface="Times New Roman"/>
                <a:sym typeface="Times New Roman"/>
              </a:defRPr>
            </a:lvl8pPr>
            <a:lvl9pPr marR="0" lvl="8" algn="l" rtl="0">
              <a:spcBef>
                <a:spcPts val="0"/>
              </a:spcBef>
              <a:spcAft>
                <a:spcPts val="0"/>
              </a:spcAft>
              <a:buSzPts val="1400"/>
              <a:buNone/>
              <a:defRPr sz="3200" b="0" i="0" u="none" strike="noStrike" cap="none">
                <a:solidFill>
                  <a:schemeClr val="accent2"/>
                </a:solidFill>
                <a:latin typeface="Times New Roman"/>
                <a:ea typeface="Times New Roman"/>
                <a:cs typeface="Times New Roman"/>
                <a:sym typeface="Times New Roman"/>
              </a:defRPr>
            </a:lvl9pPr>
          </a:lstStyle>
          <a:p>
            <a:endParaRPr/>
          </a:p>
        </p:txBody>
      </p:sp>
      <p:cxnSp>
        <p:nvCxnSpPr>
          <p:cNvPr id="3145728" name="Google Shape;11;p48"/>
          <p:cNvCxnSpPr>
            <a:cxnSpLocks/>
          </p:cNvCxnSpPr>
          <p:nvPr/>
        </p:nvCxnSpPr>
        <p:spPr>
          <a:xfrm>
            <a:off x="412750" y="533400"/>
            <a:ext cx="8997950" cy="0"/>
          </a:xfrm>
          <a:prstGeom prst="straightConnector1">
            <a:avLst/>
          </a:prstGeom>
          <a:noFill/>
          <a:ln w="9525" cap="flat" cmpd="sng">
            <a:solidFill>
              <a:schemeClr val="dk1"/>
            </a:solidFill>
            <a:prstDash val="solid"/>
            <a:round/>
            <a:headEnd type="none" w="med" len="med"/>
            <a:tailEnd type="none" w="med" len="med"/>
          </a:ln>
        </p:spPr>
      </p:cxnSp>
      <p:cxnSp>
        <p:nvCxnSpPr>
          <p:cNvPr id="3145729" name="Google Shape;12;p48"/>
          <p:cNvCxnSpPr>
            <a:cxnSpLocks/>
          </p:cNvCxnSpPr>
          <p:nvPr/>
        </p:nvCxnSpPr>
        <p:spPr>
          <a:xfrm>
            <a:off x="577850" y="228600"/>
            <a:ext cx="0" cy="990600"/>
          </a:xfrm>
          <a:prstGeom prst="straightConnector1">
            <a:avLst/>
          </a:prstGeom>
          <a:noFill/>
          <a:ln w="9525" cap="flat" cmpd="sng">
            <a:solidFill>
              <a:schemeClr val="dk1"/>
            </a:solidFill>
            <a:prstDash val="solid"/>
            <a:round/>
            <a:headEnd type="none" w="med" len="med"/>
            <a:tailEnd type="none" w="med" len="med"/>
          </a:ln>
        </p:spPr>
      </p:cxnSp>
      <p:cxnSp>
        <p:nvCxnSpPr>
          <p:cNvPr id="3145730" name="Google Shape;13;p48"/>
          <p:cNvCxnSpPr>
            <a:cxnSpLocks/>
          </p:cNvCxnSpPr>
          <p:nvPr/>
        </p:nvCxnSpPr>
        <p:spPr>
          <a:xfrm>
            <a:off x="495300" y="6400800"/>
            <a:ext cx="8915400" cy="0"/>
          </a:xfrm>
          <a:prstGeom prst="straightConnector1">
            <a:avLst/>
          </a:prstGeom>
          <a:noFill/>
          <a:ln w="9525" cap="flat" cmpd="sng">
            <a:solidFill>
              <a:schemeClr val="dk1"/>
            </a:solidFill>
            <a:prstDash val="solid"/>
            <a:round/>
            <a:headEnd type="none" w="med" len="med"/>
            <a:tailEnd type="none" w="med" len="med"/>
          </a:ln>
        </p:spPr>
      </p:cxnSp>
      <p:sp>
        <p:nvSpPr>
          <p:cNvPr id="1048577" name="Google Shape;14;p48"/>
          <p:cNvSpPr txBox="1">
            <a:spLocks noGrp="1"/>
          </p:cNvSpPr>
          <p:nvPr>
            <p:ph type="body" idx="1"/>
          </p:nvPr>
        </p:nvSpPr>
        <p:spPr>
          <a:xfrm>
            <a:off x="660400" y="1447800"/>
            <a:ext cx="8667750" cy="4800600"/>
          </a:xfrm>
          <a:prstGeom prst="rect">
            <a:avLst/>
          </a:prstGeom>
          <a:noFill/>
          <a:ln>
            <a:noFill/>
          </a:ln>
        </p:spPr>
        <p:txBody>
          <a:bodyPr spcFirstLastPara="1" wrap="square" lIns="91425" tIns="45700" rIns="91425" bIns="45700" anchor="t" anchorCtr="0">
            <a:noAutofit/>
          </a:bodyPr>
          <a:lstStyle>
            <a:lvl1pPr marL="457200" marR="0" lvl="0" indent="-406400" algn="l" rtl="0">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endParaRPr/>
          </a:p>
        </p:txBody>
      </p:sp>
      <p:sp>
        <p:nvSpPr>
          <p:cNvPr id="1048578" name="Google Shape;15;p48"/>
          <p:cNvSpPr txBox="1"/>
          <p:nvPr/>
        </p:nvSpPr>
        <p:spPr>
          <a:xfrm>
            <a:off x="8510587" y="6502400"/>
            <a:ext cx="817563" cy="304800"/>
          </a:xfrm>
          <a:prstGeom prst="rect">
            <a:avLst/>
          </a:prstGeom>
          <a:noFill/>
          <a:ln>
            <a:noFill/>
          </a:ln>
        </p:spPr>
        <p:txBody>
          <a:bodyPr spcFirstLastPara="1" wrap="square" lIns="91425" tIns="45700" rIns="91425" bIns="45700" anchor="t" anchorCtr="0">
            <a:spAutoFit/>
          </a:bodyPr>
          <a:lstStyle/>
          <a:p>
            <a:pPr marL="0" marR="0" lvl="0" indent="0" algn="r" rtl="0">
              <a:spcBef>
                <a:spcPts val="0"/>
              </a:spcBef>
              <a:spcAft>
                <a:spcPts val="0"/>
              </a:spcAft>
              <a:buNone/>
            </a:pPr>
            <a:fld id="{00000000-1234-1234-1234-123412341234}" type="slidenum">
              <a:rPr lang="en-US" sz="1400" b="0" i="0" u="none" strike="noStrike" cap="none">
                <a:solidFill>
                  <a:schemeClr val="dk1"/>
                </a:solidFill>
                <a:latin typeface="Times New Roman"/>
                <a:ea typeface="Times New Roman"/>
                <a:cs typeface="Times New Roman"/>
                <a:sym typeface="Times New Roman"/>
              </a:rPr>
              <a:t>‹#›</a:t>
            </a:fld>
            <a:endParaRPr sz="1400" b="0" i="0" u="none" strike="noStrike" cap="none" dirty="0">
              <a:solidFill>
                <a:schemeClr val="dk1"/>
              </a:solidFill>
              <a:latin typeface="Times New Roman"/>
              <a:ea typeface="Times New Roman"/>
              <a:cs typeface="Times New Roman"/>
              <a:sym typeface="Times New Roman"/>
            </a:endParaRPr>
          </a:p>
        </p:txBody>
      </p:sp>
      <p:pic>
        <p:nvPicPr>
          <p:cNvPr id="2097152" name="Google Shape;16;p48"/>
          <p:cNvPicPr preferRelativeResize="0">
            <a:picLocks/>
          </p:cNvPicPr>
          <p:nvPr/>
        </p:nvPicPr>
        <p:blipFill rotWithShape="1">
          <a:blip r:embed="rId11">
            <a:alphaModFix/>
          </a:blip>
          <a:srcRect/>
          <a:stretch>
            <a:fillRect/>
          </a:stretch>
        </p:blipFill>
        <p:spPr>
          <a:xfrm>
            <a:off x="57150" y="6446838"/>
            <a:ext cx="1827213" cy="360362"/>
          </a:xfrm>
          <a:prstGeom prst="rect">
            <a:avLst/>
          </a:prstGeom>
          <a:noFill/>
          <a:ln>
            <a:noFill/>
          </a:ln>
        </p:spPr>
      </p:pic>
    </p:spTree>
  </p:cSld>
  <p:clrMap bg1="lt1" tx1="dk1" bg2="dk2" tx2="lt2" accent1="accent1" accent2="accent2" accent3="accent3" accent4="accent4" accent5="accent5" accent6="accent6" hlink="hlink" folHlink="fol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8.xml"/></Relationships>
</file>

<file path=ppt/slides/_rels/slide2.xml.rels><?xml version="1.0" encoding="UTF-8" standalone="yes"?>
<Relationships xmlns="http://schemas.openxmlformats.org/package/2006/relationships"><Relationship Id="rId3" Type="http://schemas.openxmlformats.org/officeDocument/2006/relationships/hyperlink" Target="https://www.color.org/?utm_source=chatgpt.com" TargetMode="External"/><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6.png"/><Relationship Id="rId4" Type="http://schemas.openxmlformats.org/officeDocument/2006/relationships/image" Target="../media/image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581" name="Rectangle 2"/>
          <p:cNvSpPr>
            <a:spLocks noGrp="1" noChangeArrowheads="1"/>
          </p:cNvSpPr>
          <p:nvPr>
            <p:ph type="title"/>
          </p:nvPr>
        </p:nvSpPr>
        <p:spPr>
          <a:xfrm>
            <a:off x="668908" y="1829704"/>
            <a:ext cx="8568183" cy="1728539"/>
          </a:xfrm>
        </p:spPr>
        <p:txBody>
          <a:bodyPr/>
          <a:lstStyle/>
          <a:p>
            <a:pPr algn="ctr" eaLnBrk="1" hangingPunct="1"/>
            <a:r>
              <a:rPr lang="en-US" altLang="zh-TW" sz="3200" b="1" dirty="0">
                <a:solidFill>
                  <a:srgbClr val="0057C0"/>
                </a:solidFill>
                <a:latin typeface="Times New Roman" panose="02020603050405020304" pitchFamily="18" charset="0"/>
                <a:ea typeface="標楷體" panose="03000509000000000000" pitchFamily="65" charset="-120"/>
                <a:cs typeface="Times New Roman" panose="02020603050405020304" pitchFamily="18" charset="0"/>
              </a:rPr>
              <a:t>Progress Report</a:t>
            </a:r>
          </a:p>
        </p:txBody>
      </p:sp>
      <p:sp>
        <p:nvSpPr>
          <p:cNvPr id="1048582" name="Rectangle 2"/>
          <p:cNvSpPr txBox="1">
            <a:spLocks noChangeArrowheads="1"/>
          </p:cNvSpPr>
          <p:nvPr/>
        </p:nvSpPr>
        <p:spPr bwMode="auto">
          <a:xfrm>
            <a:off x="907104" y="3362630"/>
            <a:ext cx="8568183" cy="1728539"/>
          </a:xfrm>
          <a:prstGeom prst="rect">
            <a:avLst/>
          </a:prstGeom>
          <a:noFill/>
          <a:ln>
            <a:noFill/>
          </a:ln>
        </p:spPr>
        <p:txBody>
          <a:bodyPr vert="horz" wrap="square" lIns="91440" tIns="45720" rIns="91440" bIns="45720" numCol="1" anchor="ctr" anchorCtr="0" compatLnSpc="1">
            <a:prstTxWarp prst="textNoShape">
              <a:avLst/>
            </a:prstTxWarp>
          </a:bodyPr>
          <a:lstStyle>
            <a:lvl1pPr algn="l" rtl="0" eaLnBrk="0" fontAlgn="base" hangingPunct="0">
              <a:spcBef>
                <a:spcPct val="0"/>
              </a:spcBef>
              <a:spcAft>
                <a:spcPct val="0"/>
              </a:spcAft>
              <a:defRPr kumimoji="1" sz="2400">
                <a:solidFill>
                  <a:schemeClr val="accent2"/>
                </a:solidFill>
                <a:latin typeface="+mn-lt"/>
                <a:ea typeface="+mj-ea"/>
                <a:cs typeface="+mj-cs"/>
              </a:defRPr>
            </a:lvl1pPr>
            <a:lvl2pPr algn="l" rtl="0" eaLnBrk="0" fontAlgn="base" hangingPunct="0">
              <a:spcBef>
                <a:spcPct val="0"/>
              </a:spcBef>
              <a:spcAft>
                <a:spcPct val="0"/>
              </a:spcAft>
              <a:defRPr kumimoji="1" sz="2400">
                <a:solidFill>
                  <a:schemeClr val="accent2"/>
                </a:solidFill>
                <a:latin typeface="Times New Roman" charset="0"/>
                <a:ea typeface="新細明體" charset="-120"/>
                <a:cs typeface="新細明體" charset="-120"/>
              </a:defRPr>
            </a:lvl2pPr>
            <a:lvl3pPr algn="l" rtl="0" eaLnBrk="0" fontAlgn="base" hangingPunct="0">
              <a:spcBef>
                <a:spcPct val="0"/>
              </a:spcBef>
              <a:spcAft>
                <a:spcPct val="0"/>
              </a:spcAft>
              <a:defRPr kumimoji="1" sz="2400">
                <a:solidFill>
                  <a:schemeClr val="accent2"/>
                </a:solidFill>
                <a:latin typeface="Times New Roman" charset="0"/>
                <a:ea typeface="新細明體" charset="-120"/>
                <a:cs typeface="新細明體" charset="-120"/>
              </a:defRPr>
            </a:lvl3pPr>
            <a:lvl4pPr algn="l" rtl="0" eaLnBrk="0" fontAlgn="base" hangingPunct="0">
              <a:spcBef>
                <a:spcPct val="0"/>
              </a:spcBef>
              <a:spcAft>
                <a:spcPct val="0"/>
              </a:spcAft>
              <a:defRPr kumimoji="1" sz="2400">
                <a:solidFill>
                  <a:schemeClr val="accent2"/>
                </a:solidFill>
                <a:latin typeface="Times New Roman" charset="0"/>
                <a:ea typeface="新細明體" charset="-120"/>
                <a:cs typeface="新細明體" charset="-120"/>
              </a:defRPr>
            </a:lvl4pPr>
            <a:lvl5pPr algn="l" rtl="0" eaLnBrk="0" fontAlgn="base" hangingPunct="0">
              <a:spcBef>
                <a:spcPct val="0"/>
              </a:spcBef>
              <a:spcAft>
                <a:spcPct val="0"/>
              </a:spcAft>
              <a:defRPr kumimoji="1" sz="2400">
                <a:solidFill>
                  <a:schemeClr val="accent2"/>
                </a:solidFill>
                <a:latin typeface="Times New Roman" charset="0"/>
                <a:ea typeface="新細明體" charset="-120"/>
                <a:cs typeface="新細明體" charset="-120"/>
              </a:defRPr>
            </a:lvl5pPr>
            <a:lvl6pPr marL="457200" algn="l" rtl="0" fontAlgn="base">
              <a:spcBef>
                <a:spcPct val="0"/>
              </a:spcBef>
              <a:spcAft>
                <a:spcPct val="0"/>
              </a:spcAft>
              <a:defRPr kumimoji="1" sz="3200">
                <a:solidFill>
                  <a:schemeClr val="accent2"/>
                </a:solidFill>
                <a:latin typeface="Times New Roman" charset="0"/>
                <a:ea typeface="新細明體" charset="-120"/>
                <a:cs typeface="新細明體" charset="-120"/>
              </a:defRPr>
            </a:lvl6pPr>
            <a:lvl7pPr marL="914400" algn="l" rtl="0" fontAlgn="base">
              <a:spcBef>
                <a:spcPct val="0"/>
              </a:spcBef>
              <a:spcAft>
                <a:spcPct val="0"/>
              </a:spcAft>
              <a:defRPr kumimoji="1" sz="3200">
                <a:solidFill>
                  <a:schemeClr val="accent2"/>
                </a:solidFill>
                <a:latin typeface="Times New Roman" charset="0"/>
                <a:ea typeface="新細明體" charset="-120"/>
                <a:cs typeface="新細明體" charset="-120"/>
              </a:defRPr>
            </a:lvl7pPr>
            <a:lvl8pPr marL="1371600" algn="l" rtl="0" fontAlgn="base">
              <a:spcBef>
                <a:spcPct val="0"/>
              </a:spcBef>
              <a:spcAft>
                <a:spcPct val="0"/>
              </a:spcAft>
              <a:defRPr kumimoji="1" sz="3200">
                <a:solidFill>
                  <a:schemeClr val="accent2"/>
                </a:solidFill>
                <a:latin typeface="Times New Roman" charset="0"/>
                <a:ea typeface="新細明體" charset="-120"/>
                <a:cs typeface="新細明體" charset="-120"/>
              </a:defRPr>
            </a:lvl8pPr>
            <a:lvl9pPr marL="1828800" algn="l" rtl="0" fontAlgn="base">
              <a:spcBef>
                <a:spcPct val="0"/>
              </a:spcBef>
              <a:spcAft>
                <a:spcPct val="0"/>
              </a:spcAft>
              <a:defRPr kumimoji="1" sz="3200">
                <a:solidFill>
                  <a:schemeClr val="accent2"/>
                </a:solidFill>
                <a:latin typeface="Times New Roman" charset="0"/>
                <a:ea typeface="新細明體" charset="-120"/>
                <a:cs typeface="新細明體" charset="-120"/>
              </a:defRPr>
            </a:lvl9pPr>
          </a:lstStyle>
          <a:p>
            <a:pPr algn="ctr" eaLnBrk="1" hangingPunct="1"/>
            <a:endParaRPr lang="en-US" altLang="zh-TW" kern="0" dirty="0">
              <a:solidFill>
                <a:schemeClr val="tx1"/>
              </a:solidFill>
            </a:endParaRPr>
          </a:p>
        </p:txBody>
      </p:sp>
      <p:sp>
        <p:nvSpPr>
          <p:cNvPr id="1048583" name="Text Box 4"/>
          <p:cNvSpPr txBox="1">
            <a:spLocks noChangeArrowheads="1"/>
          </p:cNvSpPr>
          <p:nvPr/>
        </p:nvSpPr>
        <p:spPr bwMode="auto">
          <a:xfrm>
            <a:off x="1100262" y="4484365"/>
            <a:ext cx="7705476" cy="707886"/>
          </a:xfrm>
          <a:prstGeom prst="rect">
            <a:avLst/>
          </a:prstGeom>
          <a:noFill/>
          <a:ln>
            <a:noFill/>
          </a:ln>
        </p:spPr>
        <p:txBody>
          <a:bodyPr wrap="square">
            <a:spAutoFit/>
          </a:bodyPr>
          <a:lstStyle>
            <a:lvl1pPr>
              <a:defRPr kumimoji="1" sz="2400">
                <a:solidFill>
                  <a:schemeClr val="tx1"/>
                </a:solidFill>
                <a:latin typeface="Times New Roman" panose="02020603050405020304" pitchFamily="18" charset="0"/>
                <a:ea typeface="新細明體" panose="02020500000000000000" pitchFamily="18" charset="-120"/>
              </a:defRPr>
            </a:lvl1pPr>
            <a:lvl2pPr marL="742950" indent="-285750">
              <a:defRPr kumimoji="1" sz="2400">
                <a:solidFill>
                  <a:schemeClr val="tx1"/>
                </a:solidFill>
                <a:latin typeface="Times New Roman" panose="02020603050405020304" pitchFamily="18" charset="0"/>
                <a:ea typeface="新細明體" panose="02020500000000000000" pitchFamily="18" charset="-120"/>
              </a:defRPr>
            </a:lvl2pPr>
            <a:lvl3pPr marL="1143000" indent="-228600">
              <a:defRPr kumimoji="1" sz="2400">
                <a:solidFill>
                  <a:schemeClr val="tx1"/>
                </a:solidFill>
                <a:latin typeface="Times New Roman" panose="02020603050405020304" pitchFamily="18" charset="0"/>
                <a:ea typeface="新細明體" panose="02020500000000000000" pitchFamily="18" charset="-120"/>
              </a:defRPr>
            </a:lvl3pPr>
            <a:lvl4pPr marL="1600200" indent="-228600">
              <a:defRPr kumimoji="1" sz="2400">
                <a:solidFill>
                  <a:schemeClr val="tx1"/>
                </a:solidFill>
                <a:latin typeface="Times New Roman" panose="02020603050405020304" pitchFamily="18" charset="0"/>
                <a:ea typeface="新細明體" panose="02020500000000000000" pitchFamily="18" charset="-120"/>
              </a:defRPr>
            </a:lvl4pPr>
            <a:lvl5pPr marL="2057400" indent="-228600">
              <a:defRPr kumimoji="1" sz="2400">
                <a:solidFill>
                  <a:schemeClr val="tx1"/>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9pPr>
          </a:lstStyle>
          <a:p>
            <a:pPr algn="ctr"/>
            <a:r>
              <a:rPr lang="en-US" altLang="zh-TW" sz="2000" dirty="0">
                <a:cs typeface="Times New Roman" panose="02020603050405020304" pitchFamily="18" charset="0"/>
              </a:rPr>
              <a:t>Author : </a:t>
            </a:r>
          </a:p>
          <a:p>
            <a:pPr algn="ctr"/>
            <a:r>
              <a:rPr lang="en-US" altLang="zh-TW" sz="2000" dirty="0">
                <a:cs typeface="Times New Roman" panose="02020603050405020304" pitchFamily="18" charset="0"/>
              </a:rPr>
              <a:t>BO-CHENG</a:t>
            </a:r>
            <a:r>
              <a:rPr lang="zh-TW" altLang="en-US" sz="2000" dirty="0">
                <a:cs typeface="Times New Roman" panose="02020603050405020304" pitchFamily="18" charset="0"/>
              </a:rPr>
              <a:t>、</a:t>
            </a:r>
            <a:r>
              <a:rPr lang="en-US" altLang="zh-TW" sz="2000" dirty="0">
                <a:cs typeface="Times New Roman" panose="02020603050405020304" pitchFamily="18" charset="0"/>
              </a:rPr>
              <a:t>Cheng-Yuan</a:t>
            </a:r>
            <a:r>
              <a:rPr lang="zh-TW" altLang="en-US" sz="2000" dirty="0">
                <a:cs typeface="Times New Roman" panose="02020603050405020304" pitchFamily="18" charset="0"/>
              </a:rPr>
              <a:t>、</a:t>
            </a:r>
            <a:r>
              <a:rPr lang="en-US" altLang="zh-TW" sz="2000" dirty="0">
                <a:cs typeface="Times New Roman" panose="02020603050405020304" pitchFamily="18" charset="0"/>
              </a:rPr>
              <a:t>Sheng-Yao</a:t>
            </a:r>
          </a:p>
        </p:txBody>
      </p:sp>
      <p:sp>
        <p:nvSpPr>
          <p:cNvPr id="1048584" name="Text Box 4"/>
          <p:cNvSpPr txBox="1">
            <a:spLocks noChangeArrowheads="1"/>
          </p:cNvSpPr>
          <p:nvPr/>
        </p:nvSpPr>
        <p:spPr bwMode="auto">
          <a:xfrm>
            <a:off x="1100262" y="5673486"/>
            <a:ext cx="7705476" cy="461665"/>
          </a:xfrm>
          <a:prstGeom prst="rect">
            <a:avLst/>
          </a:prstGeom>
          <a:noFill/>
          <a:ln>
            <a:noFill/>
          </a:ln>
        </p:spPr>
        <p:txBody>
          <a:bodyPr wrap="square">
            <a:spAutoFit/>
          </a:bodyPr>
          <a:lstStyle>
            <a:lvl1pPr>
              <a:defRPr kumimoji="1" sz="2400">
                <a:solidFill>
                  <a:schemeClr val="tx1"/>
                </a:solidFill>
                <a:latin typeface="Times New Roman" panose="02020603050405020304" pitchFamily="18" charset="0"/>
                <a:ea typeface="新細明體" panose="02020500000000000000" pitchFamily="18" charset="-120"/>
              </a:defRPr>
            </a:lvl1pPr>
            <a:lvl2pPr marL="742950" indent="-285750">
              <a:defRPr kumimoji="1" sz="2400">
                <a:solidFill>
                  <a:schemeClr val="tx1"/>
                </a:solidFill>
                <a:latin typeface="Times New Roman" panose="02020603050405020304" pitchFamily="18" charset="0"/>
                <a:ea typeface="新細明體" panose="02020500000000000000" pitchFamily="18" charset="-120"/>
              </a:defRPr>
            </a:lvl2pPr>
            <a:lvl3pPr marL="1143000" indent="-228600">
              <a:defRPr kumimoji="1" sz="2400">
                <a:solidFill>
                  <a:schemeClr val="tx1"/>
                </a:solidFill>
                <a:latin typeface="Times New Roman" panose="02020603050405020304" pitchFamily="18" charset="0"/>
                <a:ea typeface="新細明體" panose="02020500000000000000" pitchFamily="18" charset="-120"/>
              </a:defRPr>
            </a:lvl3pPr>
            <a:lvl4pPr marL="1600200" indent="-228600">
              <a:defRPr kumimoji="1" sz="2400">
                <a:solidFill>
                  <a:schemeClr val="tx1"/>
                </a:solidFill>
                <a:latin typeface="Times New Roman" panose="02020603050405020304" pitchFamily="18" charset="0"/>
                <a:ea typeface="新細明體" panose="02020500000000000000" pitchFamily="18" charset="-120"/>
              </a:defRPr>
            </a:lvl4pPr>
            <a:lvl5pPr marL="2057400" indent="-228600">
              <a:defRPr kumimoji="1" sz="2400">
                <a:solidFill>
                  <a:schemeClr val="tx1"/>
                </a:solidFill>
                <a:latin typeface="Times New Roman" panose="02020603050405020304" pitchFamily="18" charset="0"/>
                <a:ea typeface="新細明體" panose="02020500000000000000" pitchFamily="18" charset="-120"/>
              </a:defRPr>
            </a:lvl5pPr>
            <a:lvl6pPr marL="25146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6pPr>
            <a:lvl7pPr marL="29718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7pPr>
            <a:lvl8pPr marL="34290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8pPr>
            <a:lvl9pPr marL="3886200" indent="-228600" eaLnBrk="0" fontAlgn="base" hangingPunct="0">
              <a:spcBef>
                <a:spcPct val="0"/>
              </a:spcBef>
              <a:spcAft>
                <a:spcPct val="0"/>
              </a:spcAft>
              <a:defRPr kumimoji="1" sz="2400">
                <a:solidFill>
                  <a:schemeClr val="tx1"/>
                </a:solidFill>
                <a:latin typeface="Times New Roman" panose="02020603050405020304" pitchFamily="18" charset="0"/>
                <a:ea typeface="新細明體" panose="02020500000000000000" pitchFamily="18" charset="-120"/>
              </a:defRPr>
            </a:lvl9pPr>
          </a:lstStyle>
          <a:p>
            <a:pPr algn="ctr"/>
            <a:r>
              <a:rPr lang="en-US" altLang="zh-TW" b="1" dirty="0">
                <a:solidFill>
                  <a:srgbClr val="0057C0"/>
                </a:solidFill>
              </a:rPr>
              <a:t>Embedded System Software Design</a:t>
            </a:r>
            <a:endParaRPr lang="en-US" altLang="zh-TW" sz="2000" b="1" dirty="0">
              <a:solidFill>
                <a:srgbClr val="0057C0"/>
              </a:solidFill>
              <a:latin typeface="+mn-lt"/>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F0396C1-EA64-DABF-AB1E-DAC8812CEAFA}"/>
            </a:ext>
          </a:extLst>
        </p:cNvPr>
        <p:cNvGrpSpPr/>
        <p:nvPr/>
      </p:nvGrpSpPr>
      <p:grpSpPr>
        <a:xfrm>
          <a:off x="0" y="0"/>
          <a:ext cx="0" cy="0"/>
          <a:chOff x="0" y="0"/>
          <a:chExt cx="0" cy="0"/>
        </a:xfrm>
      </p:grpSpPr>
      <p:sp>
        <p:nvSpPr>
          <p:cNvPr id="7" name="文字版面配置區 6">
            <a:extLst>
              <a:ext uri="{FF2B5EF4-FFF2-40B4-BE49-F238E27FC236}">
                <a16:creationId xmlns:a16="http://schemas.microsoft.com/office/drawing/2014/main" id="{CA232325-2F30-826A-0F33-B3038ABB7C4A}"/>
              </a:ext>
            </a:extLst>
          </p:cNvPr>
          <p:cNvSpPr txBox="1"/>
          <p:nvPr/>
        </p:nvSpPr>
        <p:spPr>
          <a:xfrm>
            <a:off x="609602" y="1007523"/>
            <a:ext cx="8402051" cy="4700685"/>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406400" algn="l" rtl="0">
              <a:lnSpc>
                <a:spcPct val="100000"/>
              </a:lnSpc>
              <a:spcBef>
                <a:spcPts val="560"/>
              </a:spcBef>
              <a:spcAft>
                <a:spcPts val="0"/>
              </a:spcAft>
              <a:buClr>
                <a:schemeClr val="accent2"/>
              </a:buClr>
              <a:buSzPts val="2800"/>
              <a:buFont typeface="Noto Sans Symbols"/>
              <a:buChar char="❖"/>
              <a:defRPr sz="2800" b="0" i="0" u="none" strike="noStrike" cap="none">
                <a:solidFill>
                  <a:schemeClr val="dk1"/>
                </a:solidFill>
                <a:latin typeface="Times New Roman"/>
                <a:ea typeface="Times New Roman"/>
                <a:cs typeface="Times New Roman"/>
                <a:sym typeface="Times New Roman"/>
              </a:defRPr>
            </a:lvl1pPr>
            <a:lvl2pPr marL="914400" marR="0" lvl="1" indent="-381000" algn="l" rtl="0">
              <a:lnSpc>
                <a:spcPct val="100000"/>
              </a:lnSpc>
              <a:spcBef>
                <a:spcPts val="480"/>
              </a:spcBef>
              <a:spcAft>
                <a:spcPts val="0"/>
              </a:spcAft>
              <a:buClr>
                <a:srgbClr val="FF5050"/>
              </a:buClr>
              <a:buSzPts val="2400"/>
              <a:buFont typeface="Noto Sans Symbols"/>
              <a:buChar char="▪"/>
              <a:defRPr sz="2400" b="0" i="0" u="none" strike="noStrike" cap="none">
                <a:solidFill>
                  <a:schemeClr val="dk1"/>
                </a:solidFill>
                <a:latin typeface="Times New Roman"/>
                <a:ea typeface="Times New Roman"/>
                <a:cs typeface="Times New Roman"/>
                <a:sym typeface="Times New Roman"/>
              </a:defRPr>
            </a:lvl2pPr>
            <a:lvl3pPr marL="1371600" marR="0" lvl="2" indent="-355600" algn="l" rtl="0">
              <a:lnSpc>
                <a:spcPct val="100000"/>
              </a:lnSpc>
              <a:spcBef>
                <a:spcPts val="400"/>
              </a:spcBef>
              <a:spcAft>
                <a:spcPts val="0"/>
              </a:spcAft>
              <a:buClr>
                <a:srgbClr val="6699FF"/>
              </a:buClr>
              <a:buSzPts val="2000"/>
              <a:buFont typeface="Times New Roman"/>
              <a:buChar char="•"/>
              <a:defRPr sz="2000" b="0" i="0" u="none" strike="noStrike" cap="none">
                <a:solidFill>
                  <a:schemeClr val="dk1"/>
                </a:solidFill>
                <a:latin typeface="Times New Roman"/>
                <a:ea typeface="Times New Roman"/>
                <a:cs typeface="Times New Roman"/>
                <a:sym typeface="Times New Roman"/>
              </a:defRPr>
            </a:lvl3pPr>
            <a:lvl4pPr marL="1828800" marR="0" lvl="3"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4pPr>
            <a:lvl5pPr marL="2286000" marR="0" lvl="4"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5pPr>
            <a:lvl6pPr marL="2743200" marR="0" lvl="5"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6pPr>
            <a:lvl7pPr marL="3200400" marR="0" lvl="6"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7pPr>
            <a:lvl8pPr marL="3657600" marR="0" lvl="7"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8pPr>
            <a:lvl9pPr marL="4114800" marR="0" lvl="8" indent="-355600" algn="l" rtl="0">
              <a:lnSpc>
                <a:spcPct val="100000"/>
              </a:lnSpc>
              <a:spcBef>
                <a:spcPts val="400"/>
              </a:spcBef>
              <a:spcAft>
                <a:spcPts val="0"/>
              </a:spcAft>
              <a:buClr>
                <a:srgbClr val="FF5050"/>
              </a:buClr>
              <a:buSzPts val="2000"/>
              <a:buFont typeface="Times New Roman"/>
              <a:buChar char="o"/>
              <a:defRPr sz="2000" b="0" i="0" u="none" strike="noStrike" cap="none">
                <a:solidFill>
                  <a:schemeClr val="dk1"/>
                </a:solidFill>
                <a:latin typeface="Times New Roman"/>
                <a:ea typeface="Times New Roman"/>
                <a:cs typeface="Times New Roman"/>
                <a:sym typeface="Times New Roman"/>
              </a:defRPr>
            </a:lvl9pPr>
          </a:lstStyle>
          <a:p>
            <a:pPr>
              <a:lnSpc>
                <a:spcPts val="3000"/>
              </a:lnSpc>
            </a:pPr>
            <a:r>
              <a:rPr lang="en-US" altLang="zh-TW" sz="2000" b="1" dirty="0">
                <a:latin typeface="Times New Roman" panose="02020603050405020304" pitchFamily="18" charset="0"/>
                <a:ea typeface="標楷體" panose="03000509000000000000" pitchFamily="65" charset="-120"/>
                <a:cs typeface="Times New Roman" panose="02020603050405020304" pitchFamily="18" charset="0"/>
              </a:rPr>
              <a:t> ICC Profile</a:t>
            </a:r>
            <a:r>
              <a:rPr lang="zh-TW" altLang="en-US" sz="2000" b="1" dirty="0">
                <a:latin typeface="Times New Roman" panose="02020603050405020304" pitchFamily="18" charset="0"/>
                <a:ea typeface="標楷體" panose="03000509000000000000" pitchFamily="65" charset="-120"/>
                <a:cs typeface="Times New Roman" panose="02020603050405020304" pitchFamily="18" charset="0"/>
              </a:rPr>
              <a:t>的目的</a:t>
            </a:r>
            <a:endParaRPr lang="en-US" altLang="zh-TW" sz="2000" b="1" dirty="0">
              <a:latin typeface="Times New Roman" panose="02020603050405020304" pitchFamily="18" charset="0"/>
              <a:ea typeface="標楷體" panose="03000509000000000000" pitchFamily="65" charset="-120"/>
              <a:cs typeface="Times New Roman" panose="02020603050405020304" pitchFamily="18" charset="0"/>
            </a:endParaRPr>
          </a:p>
          <a:p>
            <a:pPr lvl="1">
              <a:lnSpc>
                <a:spcPts val="3000"/>
              </a:lnSpc>
            </a:pP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是建立開放、廠商中立、跨平台的色彩管理系統架構與元件標準，是提供跨平台的 Device Profile 格式，使不同裝置之間的色彩資料可以進行轉換</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a:t>
            </a:r>
            <a:endParaRPr lang="en-US" altLang="zh-TW" sz="1600" dirty="0">
              <a:latin typeface="Times New Roman" panose="02020603050405020304" pitchFamily="18" charset="0"/>
              <a:ea typeface="標楷體" panose="03000509000000000000" pitchFamily="65" charset="-120"/>
              <a:cs typeface="Times New Roman" panose="02020603050405020304" pitchFamily="18" charset="0"/>
            </a:endParaRPr>
          </a:p>
          <a:p>
            <a:pPr>
              <a:lnSpc>
                <a:spcPts val="3000"/>
              </a:lnSpc>
            </a:pPr>
            <a:r>
              <a:rPr lang="zh-TW" altLang="en-US" sz="2000" b="1" dirty="0">
                <a:latin typeface="Times New Roman" panose="02020603050405020304" pitchFamily="18" charset="0"/>
                <a:ea typeface="標楷體" panose="03000509000000000000" pitchFamily="65" charset="-120"/>
                <a:cs typeface="Times New Roman" panose="02020603050405020304" pitchFamily="18" charset="0"/>
              </a:rPr>
              <a:t>研究目標</a:t>
            </a:r>
            <a:endParaRPr lang="en-US" altLang="zh-TW" sz="2000" b="1" dirty="0">
              <a:latin typeface="Times New Roman" panose="02020603050405020304" pitchFamily="18" charset="0"/>
              <a:ea typeface="標楷體" panose="03000509000000000000" pitchFamily="65" charset="-120"/>
              <a:cs typeface="Times New Roman" panose="02020603050405020304" pitchFamily="18" charset="0"/>
            </a:endParaRPr>
          </a:p>
          <a:p>
            <a:pPr lvl="1">
              <a:lnSpc>
                <a:spcPts val="3000"/>
              </a:lnSpc>
            </a:pP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利用 </a:t>
            </a:r>
            <a:r>
              <a:rPr lang="en-US" altLang="zh-TW" sz="1600" dirty="0">
                <a:latin typeface="Times New Roman" panose="02020603050405020304" pitchFamily="18" charset="0"/>
                <a:ea typeface="標楷體" panose="03000509000000000000" pitchFamily="65" charset="-120"/>
                <a:cs typeface="Times New Roman" panose="02020603050405020304" pitchFamily="18" charset="0"/>
              </a:rPr>
              <a:t>i1 </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顯示器量測資料</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，在無法使用顯示器硬體 LUT 校正的條件下，建立軟體顯示校正資料，並將其封裝關聯至 ICC Profile，使</a:t>
            </a:r>
            <a:r>
              <a:rPr lang="zh-TW" altLang="en-US" sz="1600" dirty="0">
                <a:latin typeface="Times New Roman" panose="02020603050405020304" pitchFamily="18" charset="0"/>
                <a:ea typeface="標楷體" panose="03000509000000000000" pitchFamily="65" charset="-120"/>
                <a:cs typeface="Times New Roman" panose="02020603050405020304" pitchFamily="18" charset="0"/>
              </a:rPr>
              <a:t>作業系統</a:t>
            </a:r>
            <a:r>
              <a:rPr lang="zh-TW" altLang="zh-TW" sz="1600" dirty="0">
                <a:latin typeface="Times New Roman" panose="02020603050405020304" pitchFamily="18" charset="0"/>
                <a:ea typeface="標楷體" panose="03000509000000000000" pitchFamily="65" charset="-120"/>
                <a:cs typeface="Times New Roman" panose="02020603050405020304" pitchFamily="18" charset="0"/>
              </a:rPr>
              <a:t>顯示色彩管理管線能夠將修正後的 RGB 訊號送至顯示器。</a:t>
            </a:r>
            <a:endParaRPr lang="en-US" altLang="zh-TW" sz="1600" b="1" dirty="0">
              <a:latin typeface="Times New Roman" panose="02020603050405020304" pitchFamily="18" charset="0"/>
              <a:ea typeface="標楷體" panose="03000509000000000000" pitchFamily="65" charset="-120"/>
              <a:cs typeface="Times New Roman" panose="02020603050405020304" pitchFamily="18" charset="0"/>
            </a:endParaRPr>
          </a:p>
          <a:p>
            <a:pPr>
              <a:lnSpc>
                <a:spcPts val="3000"/>
              </a:lnSpc>
            </a:pPr>
            <a:endParaRPr lang="en-US" altLang="zh-TW" sz="2000" dirty="0">
              <a:latin typeface="Times New Roman" panose="02020603050405020304" pitchFamily="18" charset="0"/>
              <a:ea typeface="標楷體" panose="03000509000000000000" pitchFamily="65" charset="-120"/>
              <a:cs typeface="Times New Roman" panose="02020603050405020304" pitchFamily="18" charset="0"/>
            </a:endParaRPr>
          </a:p>
          <a:p>
            <a:pPr>
              <a:lnSpc>
                <a:spcPts val="3000"/>
              </a:lnSpc>
            </a:pPr>
            <a:endParaRPr lang="en-US" altLang="zh-TW" sz="2000" dirty="0">
              <a:solidFill>
                <a:srgbClr val="333333"/>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5" name="文字方塊 4">
            <a:extLst>
              <a:ext uri="{FF2B5EF4-FFF2-40B4-BE49-F238E27FC236}">
                <a16:creationId xmlns:a16="http://schemas.microsoft.com/office/drawing/2014/main" id="{DB74C124-A957-366F-6E34-2775A49BE3DE}"/>
              </a:ext>
            </a:extLst>
          </p:cNvPr>
          <p:cNvSpPr txBox="1"/>
          <p:nvPr/>
        </p:nvSpPr>
        <p:spPr>
          <a:xfrm>
            <a:off x="1677388" y="6339820"/>
            <a:ext cx="8158480" cy="523220"/>
          </a:xfrm>
          <a:prstGeom prst="rect">
            <a:avLst/>
          </a:prstGeom>
          <a:noFill/>
        </p:spPr>
        <p:txBody>
          <a:bodyPr wrap="square" rtlCol="0">
            <a:spAutoFit/>
          </a:bodyPr>
          <a:lstStyle/>
          <a:p>
            <a:r>
              <a:rPr lang="zh-TW" altLang="zh-TW" b="1" dirty="0">
                <a:latin typeface="Times New Roman" panose="02020603050405020304" pitchFamily="18" charset="0"/>
                <a:ea typeface="標楷體" panose="03000509000000000000" pitchFamily="65" charset="-120"/>
                <a:cs typeface="Times New Roman" panose="02020603050405020304" pitchFamily="18" charset="0"/>
              </a:rPr>
              <a:t>[1]</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 International Color Consortium, “International Color Consortium,” </a:t>
            </a:r>
            <a:r>
              <a:rPr lang="zh-TW" altLang="zh-TW" i="1" dirty="0">
                <a:latin typeface="Times New Roman" panose="02020603050405020304" pitchFamily="18" charset="0"/>
                <a:ea typeface="標楷體" panose="03000509000000000000" pitchFamily="65" charset="-120"/>
                <a:cs typeface="Times New Roman" panose="02020603050405020304" pitchFamily="18" charset="0"/>
              </a:rPr>
              <a:t>ICC</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 [Online]. Available: </a:t>
            </a:r>
            <a:r>
              <a:rPr lang="zh-TW" altLang="zh-TW" dirty="0">
                <a:latin typeface="Times New Roman" panose="02020603050405020304" pitchFamily="18" charset="0"/>
                <a:ea typeface="標楷體" panose="03000509000000000000" pitchFamily="65" charset="-120"/>
                <a:cs typeface="Times New Roman" panose="02020603050405020304" pitchFamily="18" charset="0"/>
                <a:hlinkClick r:id="rId3"/>
              </a:rPr>
              <a:t>https://www.color.org/</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 [Accessed: Sep. 17, 2026].</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8" name="標題 7">
            <a:extLst>
              <a:ext uri="{FF2B5EF4-FFF2-40B4-BE49-F238E27FC236}">
                <a16:creationId xmlns:a16="http://schemas.microsoft.com/office/drawing/2014/main" id="{2ECA5CFA-64BC-E5E3-8FED-52AADBD2AC01}"/>
              </a:ext>
            </a:extLst>
          </p:cNvPr>
          <p:cNvSpPr>
            <a:spLocks noGrp="1"/>
          </p:cNvSpPr>
          <p:nvPr>
            <p:ph type="title"/>
          </p:nvPr>
        </p:nvSpPr>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en-US" dirty="0">
                <a:latin typeface="Times New Roman" panose="02020603050405020304" pitchFamily="18" charset="0"/>
                <a:ea typeface="標楷體" panose="03000509000000000000" pitchFamily="65" charset="-120"/>
                <a:cs typeface="Times New Roman" panose="02020603050405020304" pitchFamily="18" charset="0"/>
              </a:rPr>
              <a:t>研究背景與目標</a:t>
            </a:r>
            <a:endParaRPr lang="zh-TW" altLang="en-US" dirty="0"/>
          </a:p>
        </p:txBody>
      </p:sp>
    </p:spTree>
    <p:extLst>
      <p:ext uri="{BB962C8B-B14F-4D97-AF65-F5344CB8AC3E}">
        <p14:creationId xmlns:p14="http://schemas.microsoft.com/office/powerpoint/2010/main" val="319392031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453AC-EB70-4A67-F417-8BC6D8250DCE}"/>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79BD5A1B-DBE5-5CC6-2DE0-BBB353DB67DB}"/>
              </a:ext>
            </a:extLst>
          </p:cNvPr>
          <p:cNvSpPr>
            <a:spLocks noGrp="1"/>
          </p:cNvSpPr>
          <p:nvPr>
            <p:ph type="title"/>
          </p:nvPr>
        </p:nvSpPr>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en-US" altLang="zh-TW" dirty="0"/>
              <a:t>PCS(Profile Connection Space)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pic>
        <p:nvPicPr>
          <p:cNvPr id="4" name="圖片 3">
            <a:extLst>
              <a:ext uri="{FF2B5EF4-FFF2-40B4-BE49-F238E27FC236}">
                <a16:creationId xmlns:a16="http://schemas.microsoft.com/office/drawing/2014/main" id="{E6234153-2243-3AE6-50F0-5BF73B34C545}"/>
              </a:ext>
            </a:extLst>
          </p:cNvPr>
          <p:cNvPicPr>
            <a:picLocks noChangeAspect="1"/>
          </p:cNvPicPr>
          <p:nvPr/>
        </p:nvPicPr>
        <p:blipFill>
          <a:blip r:embed="rId3"/>
          <a:srcRect/>
          <a:stretch>
            <a:fillRect/>
          </a:stretch>
        </p:blipFill>
        <p:spPr>
          <a:xfrm>
            <a:off x="827963" y="1382679"/>
            <a:ext cx="8250074" cy="4865721"/>
          </a:xfrm>
          <a:custGeom>
            <a:avLst/>
            <a:gdLst>
              <a:gd name="csX0" fmla="*/ 6192058 w 7476836"/>
              <a:gd name="csY0" fmla="*/ 3412858 h 4409681"/>
              <a:gd name="csX1" fmla="*/ 6192058 w 7476836"/>
              <a:gd name="csY1" fmla="*/ 4286618 h 4409681"/>
              <a:gd name="csX2" fmla="*/ 7390938 w 7476836"/>
              <a:gd name="csY2" fmla="*/ 4286618 h 4409681"/>
              <a:gd name="csX3" fmla="*/ 7390938 w 7476836"/>
              <a:gd name="csY3" fmla="*/ 3412858 h 4409681"/>
              <a:gd name="csX4" fmla="*/ 0 w 7476836"/>
              <a:gd name="csY4" fmla="*/ 0 h 4409681"/>
              <a:gd name="csX5" fmla="*/ 7476836 w 7476836"/>
              <a:gd name="csY5" fmla="*/ 0 h 4409681"/>
              <a:gd name="csX6" fmla="*/ 7476836 w 7476836"/>
              <a:gd name="csY6" fmla="*/ 4409681 h 4409681"/>
              <a:gd name="csX7" fmla="*/ 0 w 7476836"/>
              <a:gd name="csY7" fmla="*/ 4409681 h 44096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476836" h="4409681">
                <a:moveTo>
                  <a:pt x="6192058" y="3412858"/>
                </a:moveTo>
                <a:lnTo>
                  <a:pt x="6192058" y="4286618"/>
                </a:lnTo>
                <a:lnTo>
                  <a:pt x="7390938" y="4286618"/>
                </a:lnTo>
                <a:lnTo>
                  <a:pt x="7390938" y="3412858"/>
                </a:lnTo>
                <a:close/>
                <a:moveTo>
                  <a:pt x="0" y="0"/>
                </a:moveTo>
                <a:lnTo>
                  <a:pt x="7476836" y="0"/>
                </a:lnTo>
                <a:lnTo>
                  <a:pt x="7476836" y="4409681"/>
                </a:lnTo>
                <a:lnTo>
                  <a:pt x="0" y="4409681"/>
                </a:lnTo>
                <a:close/>
              </a:path>
            </a:pathLst>
          </a:custGeom>
        </p:spPr>
      </p:pic>
    </p:spTree>
    <p:extLst>
      <p:ext uri="{BB962C8B-B14F-4D97-AF65-F5344CB8AC3E}">
        <p14:creationId xmlns:p14="http://schemas.microsoft.com/office/powerpoint/2010/main" val="90691918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453AC-EB70-4A67-F417-8BC6D8250DCE}"/>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022D6573-B360-5362-29E4-19065BAD6A7B}"/>
              </a:ext>
            </a:extLst>
          </p:cNvPr>
          <p:cNvPicPr>
            <a:picLocks noChangeAspect="1"/>
          </p:cNvPicPr>
          <p:nvPr/>
        </p:nvPicPr>
        <p:blipFill>
          <a:blip r:embed="rId3"/>
          <a:srcRect/>
          <a:stretch>
            <a:fillRect/>
          </a:stretch>
        </p:blipFill>
        <p:spPr>
          <a:xfrm>
            <a:off x="719137" y="1190964"/>
            <a:ext cx="8467726" cy="5057436"/>
          </a:xfrm>
          <a:custGeom>
            <a:avLst/>
            <a:gdLst>
              <a:gd name="csX0" fmla="*/ 6138143 w 7369006"/>
              <a:gd name="csY0" fmla="*/ 3412858 h 4401214"/>
              <a:gd name="csX1" fmla="*/ 6138143 w 7369006"/>
              <a:gd name="csY1" fmla="*/ 4286618 h 4401214"/>
              <a:gd name="csX2" fmla="*/ 7337023 w 7369006"/>
              <a:gd name="csY2" fmla="*/ 4286618 h 4401214"/>
              <a:gd name="csX3" fmla="*/ 7337023 w 7369006"/>
              <a:gd name="csY3" fmla="*/ 3412858 h 4401214"/>
              <a:gd name="csX4" fmla="*/ 0 w 7369006"/>
              <a:gd name="csY4" fmla="*/ 0 h 4401214"/>
              <a:gd name="csX5" fmla="*/ 7369006 w 7369006"/>
              <a:gd name="csY5" fmla="*/ 0 h 4401214"/>
              <a:gd name="csX6" fmla="*/ 7369006 w 7369006"/>
              <a:gd name="csY6" fmla="*/ 4401214 h 4401214"/>
              <a:gd name="csX7" fmla="*/ 0 w 7369006"/>
              <a:gd name="csY7" fmla="*/ 4401214 h 4401214"/>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Lst>
            <a:rect l="l" t="t" r="r" b="b"/>
            <a:pathLst>
              <a:path w="7369006" h="4401214">
                <a:moveTo>
                  <a:pt x="6138143" y="3412858"/>
                </a:moveTo>
                <a:lnTo>
                  <a:pt x="6138143" y="4286618"/>
                </a:lnTo>
                <a:lnTo>
                  <a:pt x="7337023" y="4286618"/>
                </a:lnTo>
                <a:lnTo>
                  <a:pt x="7337023" y="3412858"/>
                </a:lnTo>
                <a:close/>
                <a:moveTo>
                  <a:pt x="0" y="0"/>
                </a:moveTo>
                <a:lnTo>
                  <a:pt x="7369006" y="0"/>
                </a:lnTo>
                <a:lnTo>
                  <a:pt x="7369006" y="4401214"/>
                </a:lnTo>
                <a:lnTo>
                  <a:pt x="0" y="4401214"/>
                </a:lnTo>
                <a:close/>
              </a:path>
            </a:pathLst>
          </a:custGeom>
        </p:spPr>
      </p:pic>
      <p:sp>
        <p:nvSpPr>
          <p:cNvPr id="8" name="標題 1">
            <a:extLst>
              <a:ext uri="{FF2B5EF4-FFF2-40B4-BE49-F238E27FC236}">
                <a16:creationId xmlns:a16="http://schemas.microsoft.com/office/drawing/2014/main" id="{A46802AE-6441-4C36-D719-6F0C7C8257B9}"/>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en-US" altLang="zh-TW" dirty="0"/>
              <a:t>PCS(Profile Connection Space)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Tree>
    <p:extLst>
      <p:ext uri="{BB962C8B-B14F-4D97-AF65-F5344CB8AC3E}">
        <p14:creationId xmlns:p14="http://schemas.microsoft.com/office/powerpoint/2010/main" val="11340397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453AC-EB70-4A67-F417-8BC6D8250DCE}"/>
            </a:ext>
          </a:extLst>
        </p:cNvPr>
        <p:cNvGrpSpPr/>
        <p:nvPr/>
      </p:nvGrpSpPr>
      <p:grpSpPr>
        <a:xfrm>
          <a:off x="0" y="0"/>
          <a:ext cx="0" cy="0"/>
          <a:chOff x="0" y="0"/>
          <a:chExt cx="0" cy="0"/>
        </a:xfrm>
      </p:grpSpPr>
      <p:sp>
        <p:nvSpPr>
          <p:cNvPr id="4" name="文字方塊 3">
            <a:extLst>
              <a:ext uri="{FF2B5EF4-FFF2-40B4-BE49-F238E27FC236}">
                <a16:creationId xmlns:a16="http://schemas.microsoft.com/office/drawing/2014/main" id="{2E62D90A-238F-15C1-A17C-8D898584815F}"/>
              </a:ext>
            </a:extLst>
          </p:cNvPr>
          <p:cNvSpPr txBox="1"/>
          <p:nvPr/>
        </p:nvSpPr>
        <p:spPr>
          <a:xfrm>
            <a:off x="520699" y="1369489"/>
            <a:ext cx="7669813" cy="440633"/>
          </a:xfrm>
          <a:prstGeom prst="rect">
            <a:avLst/>
          </a:prstGeom>
          <a:noFill/>
        </p:spPr>
        <p:txBody>
          <a:bodyPr wrap="square">
            <a:spAutoFit/>
          </a:bodyPr>
          <a:lstStyle/>
          <a:p>
            <a:pPr marL="457200" lvl="1" indent="-406400">
              <a:lnSpc>
                <a:spcPts val="3000"/>
              </a:lnSpc>
              <a:spcBef>
                <a:spcPts val="560"/>
              </a:spcBef>
              <a:buClr>
                <a:schemeClr val="accent2"/>
              </a:buClr>
              <a:buSzPts val="2800"/>
              <a:buFont typeface="Noto Sans Symbols"/>
              <a:buChar char="❖"/>
            </a:pPr>
            <a:r>
              <a:rPr lang="zh-TW" altLang="en-US" sz="2000" dirty="0">
                <a:latin typeface="Times New Roman" panose="02020603050405020304" pitchFamily="18" charset="0"/>
                <a:ea typeface="標楷體" panose="03000509000000000000" pitchFamily="65" charset="-120"/>
                <a:cs typeface="Times New Roman" panose="02020603050405020304" pitchFamily="18" charset="0"/>
              </a:rPr>
              <a:t>實際轉換流程</a:t>
            </a:r>
            <a:endParaRPr lang="en-US" altLang="zh-TW" sz="2000"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8" name="標題 1">
            <a:extLst>
              <a:ext uri="{FF2B5EF4-FFF2-40B4-BE49-F238E27FC236}">
                <a16:creationId xmlns:a16="http://schemas.microsoft.com/office/drawing/2014/main" id="{A46802AE-6441-4C36-D719-6F0C7C8257B9}"/>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en-US" altLang="zh-TW" dirty="0"/>
              <a:t>PCS(Profile Connection Space)</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3" name="矩形 2">
            <a:extLst>
              <a:ext uri="{FF2B5EF4-FFF2-40B4-BE49-F238E27FC236}">
                <a16:creationId xmlns:a16="http://schemas.microsoft.com/office/drawing/2014/main" id="{8996691D-0E63-96A8-06C3-40BD92D16B49}"/>
              </a:ext>
            </a:extLst>
          </p:cNvPr>
          <p:cNvSpPr/>
          <p:nvPr/>
        </p:nvSpPr>
        <p:spPr>
          <a:xfrm>
            <a:off x="818867" y="2156346"/>
            <a:ext cx="2162272" cy="113276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2000" dirty="0">
                <a:ln w="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A Device RGB</a:t>
            </a:r>
            <a:endParaRPr lang="zh-TW" altLang="en-US" sz="2000" dirty="0">
              <a:ln w="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6" name="矩形 5">
            <a:extLst>
              <a:ext uri="{FF2B5EF4-FFF2-40B4-BE49-F238E27FC236}">
                <a16:creationId xmlns:a16="http://schemas.microsoft.com/office/drawing/2014/main" id="{4799A24E-5028-5D4A-D223-7433C160BC28}"/>
              </a:ext>
            </a:extLst>
          </p:cNvPr>
          <p:cNvSpPr/>
          <p:nvPr/>
        </p:nvSpPr>
        <p:spPr>
          <a:xfrm>
            <a:off x="4246730" y="2156346"/>
            <a:ext cx="2162272" cy="113276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A Device Profile</a:t>
            </a:r>
            <a:endParaRPr lang="zh-TW" altLang="en-US"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9" name="矩形 8">
            <a:extLst>
              <a:ext uri="{FF2B5EF4-FFF2-40B4-BE49-F238E27FC236}">
                <a16:creationId xmlns:a16="http://schemas.microsoft.com/office/drawing/2014/main" id="{0C7FD048-9844-D5F5-79C1-78326AF84161}"/>
              </a:ext>
            </a:extLst>
          </p:cNvPr>
          <p:cNvSpPr/>
          <p:nvPr/>
        </p:nvSpPr>
        <p:spPr>
          <a:xfrm>
            <a:off x="818867" y="4481497"/>
            <a:ext cx="2162272" cy="113276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B Device RGB</a:t>
            </a:r>
          </a:p>
        </p:txBody>
      </p:sp>
      <p:sp>
        <p:nvSpPr>
          <p:cNvPr id="11" name="矩形 10">
            <a:extLst>
              <a:ext uri="{FF2B5EF4-FFF2-40B4-BE49-F238E27FC236}">
                <a16:creationId xmlns:a16="http://schemas.microsoft.com/office/drawing/2014/main" id="{CBAE6D19-C5AE-76A5-69B0-0B748849B999}"/>
              </a:ext>
            </a:extLst>
          </p:cNvPr>
          <p:cNvSpPr/>
          <p:nvPr/>
        </p:nvSpPr>
        <p:spPr>
          <a:xfrm>
            <a:off x="4246730" y="4481497"/>
            <a:ext cx="2162272" cy="113276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B Device Profile</a:t>
            </a:r>
            <a:endParaRPr lang="zh-TW" altLang="en-US"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13" name="矩形 12">
            <a:extLst>
              <a:ext uri="{FF2B5EF4-FFF2-40B4-BE49-F238E27FC236}">
                <a16:creationId xmlns:a16="http://schemas.microsoft.com/office/drawing/2014/main" id="{2502BAEE-F1D2-BEA9-82BD-3CC9D2FBDA07}"/>
              </a:ext>
            </a:extLst>
          </p:cNvPr>
          <p:cNvSpPr/>
          <p:nvPr/>
        </p:nvSpPr>
        <p:spPr>
          <a:xfrm>
            <a:off x="7251512" y="3352145"/>
            <a:ext cx="2162272" cy="1132764"/>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PCS </a:t>
            </a:r>
            <a:r>
              <a:rPr lang="zh-TW" altLang="en-US"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 </a:t>
            </a:r>
            <a:endParaRPr lang="en-US"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a:p>
            <a:pPr algn="ctr"/>
            <a:r>
              <a:rPr lang="zh-TW" altLang="zh-TW"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rPr>
              <a:t>XYZ/Lab </a:t>
            </a:r>
            <a:endParaRPr lang="zh-TW" altLang="en-US" sz="2000" dirty="0">
              <a:solidFill>
                <a:schemeClr val="tx1"/>
              </a:solidFill>
              <a:latin typeface="Times New Roman" panose="02020603050405020304" pitchFamily="18" charset="0"/>
              <a:ea typeface="標楷體" panose="03000509000000000000" pitchFamily="65" charset="-120"/>
              <a:cs typeface="Times New Roman" panose="02020603050405020304" pitchFamily="18" charset="0"/>
            </a:endParaRPr>
          </a:p>
        </p:txBody>
      </p:sp>
      <p:cxnSp>
        <p:nvCxnSpPr>
          <p:cNvPr id="15" name="直線單箭頭接點 14">
            <a:extLst>
              <a:ext uri="{FF2B5EF4-FFF2-40B4-BE49-F238E27FC236}">
                <a16:creationId xmlns:a16="http://schemas.microsoft.com/office/drawing/2014/main" id="{2BD354F0-AC29-3F7F-21BC-649A5C656B58}"/>
              </a:ext>
            </a:extLst>
          </p:cNvPr>
          <p:cNvCxnSpPr>
            <a:cxnSpLocks/>
            <a:stCxn id="3" idx="3"/>
            <a:endCxn id="6" idx="1"/>
          </p:cNvCxnSpPr>
          <p:nvPr/>
        </p:nvCxnSpPr>
        <p:spPr>
          <a:xfrm>
            <a:off x="2981139" y="2722728"/>
            <a:ext cx="1265591" cy="0"/>
          </a:xfrm>
          <a:prstGeom prst="straightConnector1">
            <a:avLst/>
          </a:prstGeom>
          <a:ln w="444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直線單箭頭接點 16">
            <a:extLst>
              <a:ext uri="{FF2B5EF4-FFF2-40B4-BE49-F238E27FC236}">
                <a16:creationId xmlns:a16="http://schemas.microsoft.com/office/drawing/2014/main" id="{91C66148-B7CE-F63D-A1CA-8F52D14070C9}"/>
              </a:ext>
            </a:extLst>
          </p:cNvPr>
          <p:cNvCxnSpPr>
            <a:cxnSpLocks/>
            <a:stCxn id="11" idx="1"/>
            <a:endCxn id="9" idx="3"/>
          </p:cNvCxnSpPr>
          <p:nvPr/>
        </p:nvCxnSpPr>
        <p:spPr>
          <a:xfrm flipH="1">
            <a:off x="2981139" y="5047879"/>
            <a:ext cx="1265591" cy="0"/>
          </a:xfrm>
          <a:prstGeom prst="straightConnector1">
            <a:avLst/>
          </a:prstGeom>
          <a:ln w="44450" cap="flat" cmpd="sng" algn="ctr">
            <a:solidFill>
              <a:schemeClr val="accent4"/>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5" name="接點: 肘形 24">
            <a:extLst>
              <a:ext uri="{FF2B5EF4-FFF2-40B4-BE49-F238E27FC236}">
                <a16:creationId xmlns:a16="http://schemas.microsoft.com/office/drawing/2014/main" id="{A078D20F-E1A1-89E1-B06C-8361B263C03A}"/>
              </a:ext>
            </a:extLst>
          </p:cNvPr>
          <p:cNvCxnSpPr>
            <a:stCxn id="6" idx="3"/>
            <a:endCxn id="13" idx="0"/>
          </p:cNvCxnSpPr>
          <p:nvPr/>
        </p:nvCxnSpPr>
        <p:spPr>
          <a:xfrm>
            <a:off x="6409002" y="2722728"/>
            <a:ext cx="1923646" cy="629417"/>
          </a:xfrm>
          <a:prstGeom prst="bentConnector2">
            <a:avLst/>
          </a:prstGeom>
          <a:ln w="444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7" name="接點: 肘形 26">
            <a:extLst>
              <a:ext uri="{FF2B5EF4-FFF2-40B4-BE49-F238E27FC236}">
                <a16:creationId xmlns:a16="http://schemas.microsoft.com/office/drawing/2014/main" id="{84FB698F-C81D-C384-B862-92390427F862}"/>
              </a:ext>
            </a:extLst>
          </p:cNvPr>
          <p:cNvCxnSpPr>
            <a:stCxn id="13" idx="2"/>
            <a:endCxn id="11" idx="3"/>
          </p:cNvCxnSpPr>
          <p:nvPr/>
        </p:nvCxnSpPr>
        <p:spPr>
          <a:xfrm rot="5400000">
            <a:off x="7089340" y="3804571"/>
            <a:ext cx="562970" cy="1923646"/>
          </a:xfrm>
          <a:prstGeom prst="bentConnector2">
            <a:avLst/>
          </a:prstGeom>
          <a:ln w="444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9628175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5E9AAA-7E36-1E17-83F9-FD3A18A28BE9}"/>
            </a:ext>
          </a:extLst>
        </p:cNvPr>
        <p:cNvGrpSpPr/>
        <p:nvPr/>
      </p:nvGrpSpPr>
      <p:grpSpPr>
        <a:xfrm>
          <a:off x="0" y="0"/>
          <a:ext cx="0" cy="0"/>
          <a:chOff x="0" y="0"/>
          <a:chExt cx="0" cy="0"/>
        </a:xfrm>
      </p:grpSpPr>
      <p:sp>
        <p:nvSpPr>
          <p:cNvPr id="4" name="文字方塊 3">
            <a:extLst>
              <a:ext uri="{FF2B5EF4-FFF2-40B4-BE49-F238E27FC236}">
                <a16:creationId xmlns:a16="http://schemas.microsoft.com/office/drawing/2014/main" id="{2F17524D-2567-3815-714D-5B3931C4B306}"/>
              </a:ext>
            </a:extLst>
          </p:cNvPr>
          <p:cNvSpPr txBox="1"/>
          <p:nvPr/>
        </p:nvSpPr>
        <p:spPr>
          <a:xfrm>
            <a:off x="520699" y="1369489"/>
            <a:ext cx="7669813" cy="440633"/>
          </a:xfrm>
          <a:prstGeom prst="rect">
            <a:avLst/>
          </a:prstGeom>
          <a:noFill/>
        </p:spPr>
        <p:txBody>
          <a:bodyPr wrap="square">
            <a:spAutoFit/>
          </a:bodyPr>
          <a:lstStyle/>
          <a:p>
            <a:pPr marL="457200" lvl="1" indent="-406400">
              <a:lnSpc>
                <a:spcPts val="3000"/>
              </a:lnSpc>
              <a:spcBef>
                <a:spcPts val="560"/>
              </a:spcBef>
              <a:buClr>
                <a:schemeClr val="accent2"/>
              </a:buClr>
              <a:buSzPts val="2800"/>
              <a:buFont typeface="Noto Sans Symbols"/>
              <a:buChar char="❖"/>
            </a:pPr>
            <a:r>
              <a:rPr lang="zh-TW" altLang="en-US" sz="2000" dirty="0">
                <a:latin typeface="Times New Roman" panose="02020603050405020304" pitchFamily="18" charset="0"/>
                <a:ea typeface="標楷體" panose="03000509000000000000" pitchFamily="65" charset="-120"/>
                <a:cs typeface="Times New Roman" panose="02020603050405020304" pitchFamily="18" charset="0"/>
              </a:rPr>
              <a:t>什麼是 </a:t>
            </a:r>
            <a:r>
              <a:rPr lang="en-US" altLang="zh-TW" sz="2000" dirty="0">
                <a:latin typeface="Times New Roman" panose="02020603050405020304" pitchFamily="18" charset="0"/>
                <a:ea typeface="標楷體" panose="03000509000000000000" pitchFamily="65" charset="-120"/>
                <a:cs typeface="Times New Roman" panose="02020603050405020304" pitchFamily="18" charset="0"/>
              </a:rPr>
              <a:t>Device Color Space</a:t>
            </a:r>
            <a:r>
              <a:rPr lang="zh-TW" altLang="en-US" sz="2000" dirty="0">
                <a:latin typeface="Times New Roman" panose="02020603050405020304" pitchFamily="18" charset="0"/>
                <a:ea typeface="標楷體" panose="03000509000000000000" pitchFamily="65" charset="-120"/>
                <a:cs typeface="Times New Roman" panose="02020603050405020304" pitchFamily="18" charset="0"/>
              </a:rPr>
              <a:t>？</a:t>
            </a:r>
            <a:endParaRPr lang="en-US" altLang="zh-TW" sz="2000" dirty="0">
              <a:latin typeface="Times New Roman" panose="02020603050405020304" pitchFamily="18" charset="0"/>
              <a:ea typeface="標楷體" panose="03000509000000000000" pitchFamily="65" charset="-120"/>
              <a:cs typeface="Times New Roman" panose="02020603050405020304" pitchFamily="18" charset="0"/>
            </a:endParaRPr>
          </a:p>
        </p:txBody>
      </p:sp>
      <p:sp>
        <p:nvSpPr>
          <p:cNvPr id="8" name="標題 1">
            <a:extLst>
              <a:ext uri="{FF2B5EF4-FFF2-40B4-BE49-F238E27FC236}">
                <a16:creationId xmlns:a16="http://schemas.microsoft.com/office/drawing/2014/main" id="{912256C4-A35A-439C-D194-BE22EDF76531}"/>
              </a:ext>
            </a:extLst>
          </p:cNvPr>
          <p:cNvSpPr>
            <a:spLocks noGrp="1"/>
          </p:cNvSpPr>
          <p:nvPr>
            <p:ph type="title"/>
          </p:nvPr>
        </p:nvSpPr>
        <p:spPr>
          <a:xfrm>
            <a:off x="609602" y="609600"/>
            <a:ext cx="8077200" cy="533400"/>
          </a:xfrm>
        </p:spPr>
        <p:txBody>
          <a:bodyPr/>
          <a:lstStyle/>
          <a:p>
            <a:r>
              <a:rPr lang="zh-TW" altLang="en-US" dirty="0">
                <a:latin typeface="Times New Roman" panose="02020603050405020304" pitchFamily="18" charset="0"/>
                <a:ea typeface="標楷體" panose="03000509000000000000" pitchFamily="65" charset="-120"/>
                <a:cs typeface="Times New Roman" panose="02020603050405020304" pitchFamily="18" charset="0"/>
              </a:rPr>
              <a:t>本次進度</a:t>
            </a:r>
            <a:r>
              <a:rPr lang="en-US" altLang="zh-TW" dirty="0">
                <a:latin typeface="Times New Roman" panose="02020603050405020304" pitchFamily="18" charset="0"/>
                <a:ea typeface="標楷體" panose="03000509000000000000" pitchFamily="65" charset="-120"/>
                <a:cs typeface="Times New Roman" panose="02020603050405020304" pitchFamily="18" charset="0"/>
              </a:rPr>
              <a:t>:</a:t>
            </a:r>
            <a:r>
              <a:rPr lang="zh-TW" altLang="zh-TW" dirty="0">
                <a:latin typeface="Times New Roman" panose="02020603050405020304" pitchFamily="18" charset="0"/>
                <a:ea typeface="標楷體" panose="03000509000000000000" pitchFamily="65" charset="-120"/>
                <a:cs typeface="Times New Roman" panose="02020603050405020304" pitchFamily="18" charset="0"/>
              </a:rPr>
              <a:t>Display ICC Profile 裡面到底有什麼？</a:t>
            </a:r>
            <a:endParaRPr lang="zh-TW" altLang="en-US" dirty="0">
              <a:latin typeface="Times New Roman" panose="02020603050405020304" pitchFamily="18" charset="0"/>
              <a:ea typeface="標楷體" panose="03000509000000000000" pitchFamily="65" charset="-120"/>
              <a:cs typeface="Times New Roman" panose="02020603050405020304" pitchFamily="18" charset="0"/>
            </a:endParaRPr>
          </a:p>
        </p:txBody>
      </p:sp>
    </p:spTree>
    <p:extLst>
      <p:ext uri="{BB962C8B-B14F-4D97-AF65-F5344CB8AC3E}">
        <p14:creationId xmlns:p14="http://schemas.microsoft.com/office/powerpoint/2010/main" val="336911898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097164" name="圖片 6"/>
          <p:cNvPicPr>
            <a:picLocks noChangeAspect="1"/>
          </p:cNvPicPr>
          <p:nvPr/>
        </p:nvPicPr>
        <p:blipFill>
          <a:blip r:embed="rId3"/>
          <a:srcRect/>
          <a:stretch>
            <a:fillRect/>
          </a:stretch>
        </p:blipFill>
        <p:spPr bwMode="auto">
          <a:xfrm>
            <a:off x="3357746" y="3004771"/>
            <a:ext cx="5556738" cy="848458"/>
          </a:xfrm>
          <a:prstGeom prst="rect">
            <a:avLst/>
          </a:prstGeom>
          <a:effectLst>
            <a:outerShdw blurRad="50800" dist="38100" dir="5400000" algn="t" rotWithShape="0">
              <a:prstClr val="black">
                <a:alpha val="40000"/>
              </a:prstClr>
            </a:outerShdw>
          </a:effectLst>
        </p:spPr>
      </p:pic>
      <p:pic>
        <p:nvPicPr>
          <p:cNvPr id="2097165" name="Picture 2" descr="http://www.secretariat.ntust.edu.tw/ezfiles/20/1020/img/1688/09.png"/>
          <p:cNvPicPr>
            <a:picLocks noChangeAspect="1" noChangeArrowheads="1"/>
          </p:cNvPicPr>
          <p:nvPr/>
        </p:nvPicPr>
        <p:blipFill>
          <a:blip r:embed="rId4" cstate="print"/>
          <a:srcRect/>
          <a:stretch>
            <a:fillRect/>
          </a:stretch>
        </p:blipFill>
        <p:spPr bwMode="auto">
          <a:xfrm>
            <a:off x="964866" y="1628181"/>
            <a:ext cx="6260123" cy="1186962"/>
          </a:xfrm>
          <a:prstGeom prst="rect">
            <a:avLst/>
          </a:prstGeom>
          <a:noFill/>
          <a:ln>
            <a:noFill/>
          </a:ln>
          <a:effectLst>
            <a:outerShdw blurRad="63500" sx="102000" sy="102000" algn="ctr" rotWithShape="0">
              <a:prstClr val="black">
                <a:alpha val="40000"/>
              </a:prstClr>
            </a:outerShdw>
          </a:effectLst>
        </p:spPr>
      </p:pic>
      <p:pic>
        <p:nvPicPr>
          <p:cNvPr id="2097166" name="圖片 7"/>
          <p:cNvPicPr>
            <a:picLocks noChangeAspect="1"/>
          </p:cNvPicPr>
          <p:nvPr/>
        </p:nvPicPr>
        <p:blipFill>
          <a:blip r:embed="rId5"/>
          <a:stretch>
            <a:fillRect/>
          </a:stretch>
        </p:blipFill>
        <p:spPr>
          <a:xfrm>
            <a:off x="2493650" y="4226628"/>
            <a:ext cx="4266522" cy="930565"/>
          </a:xfrm>
          <a:prstGeom prst="rect">
            <a:avLst/>
          </a:prstGeom>
        </p:spPr>
      </p:pic>
    </p:spTree>
  </p:cSld>
  <p:clrMapOvr>
    <a:masterClrMapping/>
  </p:clrMapOvr>
</p:sld>
</file>

<file path=ppt/theme/theme1.xml><?xml version="1.0" encoding="utf-8"?>
<a:theme xmlns:a="http://schemas.openxmlformats.org/drawingml/2006/main" name="template">
  <a:themeElements>
    <a:clrScheme name="template 2">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316431</TotalTime>
  <Words>381</Words>
  <Application>Microsoft Office PowerPoint</Application>
  <PresentationFormat>A4 紙張 (210x297 公釐)</PresentationFormat>
  <Paragraphs>33</Paragraphs>
  <Slides>7</Slides>
  <Notes>7</Notes>
  <HiddenSlides>0</HiddenSlides>
  <MMClips>0</MMClips>
  <ScaleCrop>false</ScaleCrop>
  <HeadingPairs>
    <vt:vector size="6" baseType="variant">
      <vt:variant>
        <vt:lpstr>使用字型</vt:lpstr>
      </vt:variant>
      <vt:variant>
        <vt:i4>3</vt:i4>
      </vt:variant>
      <vt:variant>
        <vt:lpstr>佈景主題</vt:lpstr>
      </vt:variant>
      <vt:variant>
        <vt:i4>1</vt:i4>
      </vt:variant>
      <vt:variant>
        <vt:lpstr>投影片標題</vt:lpstr>
      </vt:variant>
      <vt:variant>
        <vt:i4>7</vt:i4>
      </vt:variant>
    </vt:vector>
  </HeadingPairs>
  <TitlesOfParts>
    <vt:vector size="11" baseType="lpstr">
      <vt:lpstr>Noto Sans Symbols</vt:lpstr>
      <vt:lpstr>Arial</vt:lpstr>
      <vt:lpstr>Times New Roman</vt:lpstr>
      <vt:lpstr>template</vt:lpstr>
      <vt:lpstr>Progress Report</vt:lpstr>
      <vt:lpstr>本次進度:研究背景與目標</vt:lpstr>
      <vt:lpstr>本次進度:PCS(Profile Connection Space)</vt:lpstr>
      <vt:lpstr>本次進度:PCS(Profile Connection Space)</vt:lpstr>
      <vt:lpstr>本次進度:PCS(Profile Connection Space)</vt:lpstr>
      <vt:lpstr>本次進度:Display ICC Profile 裡面到底有什麼？</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Embedded CMOS Image Sensor System Design and Implementation</dc:title>
  <dc:creator>mblin</dc:creator>
  <cp:lastModifiedBy>sis ila</cp:lastModifiedBy>
  <cp:revision>2453</cp:revision>
  <dcterms:created xsi:type="dcterms:W3CDTF">2003-02-17T16:04:03Z</dcterms:created>
  <dcterms:modified xsi:type="dcterms:W3CDTF">2026-09-19T02:22:49Z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c323e086d3b141ca89c275423e00507f</vt:lpwstr>
  </property>
</Properties>
</file>