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8"/>
  </p:notesMasterIdLst>
  <p:sldIdLst>
    <p:sldId id="277" r:id="rId2"/>
    <p:sldId id="1784" r:id="rId3"/>
    <p:sldId id="1889" r:id="rId4"/>
    <p:sldId id="1895" r:id="rId5"/>
    <p:sldId id="1896" r:id="rId6"/>
    <p:sldId id="1898" r:id="rId7"/>
    <p:sldId id="1899" r:id="rId8"/>
    <p:sldId id="1897" r:id="rId9"/>
    <p:sldId id="1783" r:id="rId10"/>
    <p:sldId id="1864" r:id="rId11"/>
    <p:sldId id="1865" r:id="rId12"/>
    <p:sldId id="1867" r:id="rId13"/>
    <p:sldId id="1866" r:id="rId14"/>
    <p:sldId id="1858" r:id="rId15"/>
    <p:sldId id="1859" r:id="rId16"/>
    <p:sldId id="286" r:id="rId17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784"/>
            <p14:sldId id="1889"/>
            <p14:sldId id="1895"/>
            <p14:sldId id="1896"/>
            <p14:sldId id="1898"/>
            <p14:sldId id="1899"/>
            <p14:sldId id="1897"/>
            <p14:sldId id="1783"/>
          </p14:sldIdLst>
        </p14:section>
        <p14:section name="JS1500" id="{F71E69A4-C86C-4DAC-B828-42C2D8800267}">
          <p14:sldIdLst>
            <p14:sldId id="1864"/>
            <p14:sldId id="1865"/>
            <p14:sldId id="1867"/>
            <p14:sldId id="1866"/>
            <p14:sldId id="1858"/>
            <p14:sldId id="1859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1" autoAdjust="0"/>
    <p:restoredTop sz="88970" autoAdjust="0"/>
  </p:normalViewPr>
  <p:slideViewPr>
    <p:cSldViewPr snapToGrid="0">
      <p:cViewPr varScale="1">
        <p:scale>
          <a:sx n="98" d="100"/>
          <a:sy n="98" d="100"/>
        </p:scale>
        <p:origin x="1866" y="9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9668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07 16 (VCP Code)</a:t>
            </a:r>
            <a:r>
              <a:rPr lang="zh-TW" altLang="en-US" b="1" dirty="0"/>
              <a:t>：</a:t>
            </a:r>
            <a:r>
              <a:rPr lang="en-US" altLang="zh-TW" dirty="0"/>
              <a:t> </a:t>
            </a:r>
            <a:r>
              <a:rPr lang="en-US" altLang="zh-TW" b="1" dirty="0"/>
              <a:t>Self Calibration </a:t>
            </a:r>
            <a:r>
              <a:rPr lang="zh-TW" altLang="en-US" b="1" dirty="0"/>
              <a:t>的專屬功能代號</a:t>
            </a:r>
            <a:r>
              <a:rPr lang="zh-TW" altLang="en-US" dirty="0"/>
              <a:t>！</a:t>
            </a:r>
            <a:endParaRPr lang="en-US" altLang="zh-TW" dirty="0"/>
          </a:p>
          <a:p>
            <a:r>
              <a:rPr lang="zh-TW" altLang="en-US" dirty="0"/>
              <a:t>你貼的那張規格書截圖 </a:t>
            </a:r>
            <a:r>
              <a:rPr lang="en-US" altLang="zh-TW" dirty="0"/>
              <a:t>6E 51 86 C0 63 07 16 00 01 0A:</a:t>
            </a:r>
            <a:r>
              <a:rPr lang="zh-TW" altLang="en-US" dirty="0"/>
              <a:t>這是一封由電腦 </a:t>
            </a:r>
            <a:r>
              <a:rPr lang="en-US" altLang="zh-TW" dirty="0"/>
              <a:t>(51) </a:t>
            </a:r>
            <a:r>
              <a:rPr lang="zh-TW" altLang="en-US" dirty="0"/>
              <a:t>寄給螢幕 </a:t>
            </a:r>
            <a:r>
              <a:rPr lang="en-US" altLang="zh-TW" dirty="0"/>
              <a:t>(6E) </a:t>
            </a:r>
            <a:r>
              <a:rPr lang="zh-TW" altLang="en-US" dirty="0"/>
              <a:t>的信，信件長度為 </a:t>
            </a:r>
            <a:r>
              <a:rPr lang="en-US" altLang="zh-TW" dirty="0"/>
              <a:t>6 (86)</a:t>
            </a:r>
            <a:r>
              <a:rPr lang="zh-TW" altLang="en-US" dirty="0"/>
              <a:t>，內容是叫你打開 </a:t>
            </a:r>
            <a:r>
              <a:rPr lang="en-US" altLang="zh-TW" dirty="0"/>
              <a:t>Self Calibration (C0 63 07 16 00 01)</a:t>
            </a:r>
            <a:r>
              <a:rPr lang="zh-TW" altLang="en-US" dirty="0"/>
              <a:t>，檢查碼為 </a:t>
            </a:r>
            <a:r>
              <a:rPr lang="en-US" altLang="zh-TW" dirty="0"/>
              <a:t>0A</a:t>
            </a:r>
            <a:r>
              <a:rPr lang="zh-TW" altLang="en-US" dirty="0"/>
              <a:t>！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6122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6833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4342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2626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35911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0619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9704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362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6641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3767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25652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5805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16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495043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2"/>
            <a:ext cx="4022658" cy="12342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86247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加前框玻璃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Gamma1.8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2.6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，以及三組色溫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4" name="表格 24">
            <a:extLst>
              <a:ext uri="{FF2B5EF4-FFF2-40B4-BE49-F238E27FC236}">
                <a16:creationId xmlns:a16="http://schemas.microsoft.com/office/drawing/2014/main" id="{983C4F25-1319-45C1-88D5-1C3A51D09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466066"/>
              </p:ext>
            </p:extLst>
          </p:nvPr>
        </p:nvGraphicFramePr>
        <p:xfrm>
          <a:off x="609602" y="2182618"/>
          <a:ext cx="4785359" cy="3048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9020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1115035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099106">
                  <a:extLst>
                    <a:ext uri="{9D8B030D-6E8A-4147-A177-3AD203B41FA5}">
                      <a16:colId xmlns:a16="http://schemas.microsoft.com/office/drawing/2014/main" val="3439045141"/>
                    </a:ext>
                  </a:extLst>
                </a:gridCol>
                <a:gridCol w="1602198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C000"/>
                          </a:solidFill>
                        </a:rPr>
                        <a:t>256</a:t>
                      </a:r>
                      <a:r>
                        <a:rPr lang="zh-TW" altLang="en-US" dirty="0">
                          <a:solidFill>
                            <a:srgbClr val="FFC000"/>
                          </a:solidFill>
                        </a:rPr>
                        <a:t>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1.79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5608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1.79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6873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1.79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9457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2.2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2.17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5567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2.18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6807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2.18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9407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DICOM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5400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5141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6536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9300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Pass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2"/>
                          </a:solidFill>
                        </a:rPr>
                        <a:t>9433</a:t>
                      </a:r>
                      <a:endParaRPr lang="zh-TW" alt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872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780076C-B5D1-4545-1910-538E71AD7B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97" t="11749" r="27841" b="38481"/>
          <a:stretch/>
        </p:blipFill>
        <p:spPr>
          <a:xfrm>
            <a:off x="0" y="1868784"/>
            <a:ext cx="2879002" cy="3413157"/>
          </a:xfrm>
          <a:prstGeom prst="rect">
            <a:avLst/>
          </a:prstGeom>
        </p:spPr>
      </p:pic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008186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Self Calibration(ON)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時，才開始做校正。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24223D-746C-6376-BB94-6CD7F573F423}"/>
              </a:ext>
            </a:extLst>
          </p:cNvPr>
          <p:cNvSpPr/>
          <p:nvPr/>
        </p:nvSpPr>
        <p:spPr>
          <a:xfrm flipH="1">
            <a:off x="235389" y="4402479"/>
            <a:ext cx="264361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E7B6EFD0-F554-BEF6-5862-FE4D3DEAA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154" y="1605670"/>
            <a:ext cx="4816447" cy="182333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8CBFB822-4720-C1C0-0240-FD294DBD0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154" y="3711820"/>
            <a:ext cx="4914292" cy="1910382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468E5A9-C0A4-3771-FCC8-BC2AA44DC96E}"/>
              </a:ext>
            </a:extLst>
          </p:cNvPr>
          <p:cNvSpPr/>
          <p:nvPr/>
        </p:nvSpPr>
        <p:spPr>
          <a:xfrm flipH="1">
            <a:off x="5875505" y="3167836"/>
            <a:ext cx="1113769" cy="178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7A7C11-34E8-C38E-E966-D97262A3B243}"/>
              </a:ext>
            </a:extLst>
          </p:cNvPr>
          <p:cNvSpPr/>
          <p:nvPr/>
        </p:nvSpPr>
        <p:spPr>
          <a:xfrm flipH="1">
            <a:off x="6989273" y="4032746"/>
            <a:ext cx="1376512" cy="1890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665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7652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Self Calibration-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or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一次測量兩組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(Gamma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、以及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組色溫。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AdBoard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如果沒有寫入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原生數據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([20]~[31])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會直接顯示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None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Rectangle 的圖片&#10;&#10;AI 產生的內容可能不正確。">
            <a:extLst>
              <a:ext uri="{FF2B5EF4-FFF2-40B4-BE49-F238E27FC236}">
                <a16:creationId xmlns:a16="http://schemas.microsoft.com/office/drawing/2014/main" id="{BFC0BEEA-628D-6ECA-9EDB-D25E3453C8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37" t="27943" r="28849" b="21530"/>
          <a:stretch/>
        </p:blipFill>
        <p:spPr>
          <a:xfrm>
            <a:off x="321088" y="2783220"/>
            <a:ext cx="2850205" cy="3465180"/>
          </a:xfrm>
          <a:prstGeom prst="rect">
            <a:avLst/>
          </a:prstGeom>
        </p:spPr>
      </p:pic>
      <p:pic>
        <p:nvPicPr>
          <p:cNvPr id="6" name="圖片 5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4156B628-773E-1DDE-B964-26177CE36F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662" b="64806"/>
          <a:stretch/>
        </p:blipFill>
        <p:spPr>
          <a:xfrm>
            <a:off x="3281903" y="3429000"/>
            <a:ext cx="6556005" cy="92243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FD2E99A-0B24-BE6D-2783-F621582E1FB7}"/>
              </a:ext>
            </a:extLst>
          </p:cNvPr>
          <p:cNvSpPr/>
          <p:nvPr/>
        </p:nvSpPr>
        <p:spPr>
          <a:xfrm flipH="1">
            <a:off x="3346391" y="4075888"/>
            <a:ext cx="6342358" cy="1361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EEBE76-05F3-42B7-ADC3-A3F55C1CCD97}"/>
              </a:ext>
            </a:extLst>
          </p:cNvPr>
          <p:cNvSpPr/>
          <p:nvPr/>
        </p:nvSpPr>
        <p:spPr>
          <a:xfrm flipH="1">
            <a:off x="6527260" y="3939699"/>
            <a:ext cx="3310648" cy="1361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53221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7652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Self Calibration-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or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有讀到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數據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([20]~[31])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就會顯示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Done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BFCFA156-7A12-C387-D0C9-622133383C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86" t="31064" r="24311" b="21671"/>
          <a:stretch/>
        </p:blipFill>
        <p:spPr>
          <a:xfrm>
            <a:off x="0" y="2114955"/>
            <a:ext cx="3421511" cy="362376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A6D2A4D-13B5-A2B8-7F04-57003DC08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510" y="3322578"/>
            <a:ext cx="6484489" cy="87004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2B0C03D-B52B-6D6E-8C3C-32D9D9CC85E9}"/>
              </a:ext>
            </a:extLst>
          </p:cNvPr>
          <p:cNvSpPr/>
          <p:nvPr/>
        </p:nvSpPr>
        <p:spPr>
          <a:xfrm flipH="1">
            <a:off x="3421509" y="3926838"/>
            <a:ext cx="6345058" cy="194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868C22-81C2-ACCA-28FA-C15418252D19}"/>
              </a:ext>
            </a:extLst>
          </p:cNvPr>
          <p:cNvSpPr/>
          <p:nvPr/>
        </p:nvSpPr>
        <p:spPr>
          <a:xfrm flipH="1">
            <a:off x="6634264" y="3757599"/>
            <a:ext cx="3132303" cy="194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8714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7652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Self Calibration-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or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校正進行中的會顯示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Process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，校正完成則會顯示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Done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BFCFA156-7A12-C387-D0C9-622133383C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86" t="31064" r="24311" b="21671"/>
          <a:stretch/>
        </p:blipFill>
        <p:spPr>
          <a:xfrm>
            <a:off x="-9024" y="1954236"/>
            <a:ext cx="3421511" cy="362376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6ADC99D-AD30-878A-6E11-28F01924F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484" y="1930019"/>
            <a:ext cx="4960904" cy="364798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CD16F2C-B1A1-07A4-A378-AF4C56615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1484" y="5578002"/>
            <a:ext cx="4454564" cy="121190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2B0C03D-B52B-6D6E-8C3C-32D9D9CC85E9}"/>
              </a:ext>
            </a:extLst>
          </p:cNvPr>
          <p:cNvSpPr/>
          <p:nvPr/>
        </p:nvSpPr>
        <p:spPr>
          <a:xfrm flipH="1">
            <a:off x="5583674" y="5972783"/>
            <a:ext cx="1848255" cy="1860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07C60B-626C-613B-A8FC-CB045D476D4B}"/>
              </a:ext>
            </a:extLst>
          </p:cNvPr>
          <p:cNvSpPr/>
          <p:nvPr/>
        </p:nvSpPr>
        <p:spPr>
          <a:xfrm flipH="1">
            <a:off x="6710098" y="2393005"/>
            <a:ext cx="1848255" cy="379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C27A87B-6980-6054-F130-3A4AA57E8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86" y="5578003"/>
            <a:ext cx="4090155" cy="117807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EEE06B1-F010-F5E7-2C69-A81C69A5AC25}"/>
              </a:ext>
            </a:extLst>
          </p:cNvPr>
          <p:cNvSpPr/>
          <p:nvPr/>
        </p:nvSpPr>
        <p:spPr>
          <a:xfrm flipH="1">
            <a:off x="1821529" y="6197577"/>
            <a:ext cx="2020896" cy="1916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3706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97652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OSD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Self Calibration-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or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執行結束後會顯示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Done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 descr="一張含有 文字, 螢幕擷取畫面, 陳列, Rectangle 的圖片&#10;&#10;AI 產生的內容可能不正確。">
            <a:extLst>
              <a:ext uri="{FF2B5EF4-FFF2-40B4-BE49-F238E27FC236}">
                <a16:creationId xmlns:a16="http://schemas.microsoft.com/office/drawing/2014/main" id="{05AD6849-49A8-F67B-CD6B-C7EEBDAD7E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28" t="29646" r="24689" b="21671"/>
          <a:stretch/>
        </p:blipFill>
        <p:spPr>
          <a:xfrm>
            <a:off x="609602" y="2028268"/>
            <a:ext cx="3424136" cy="385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736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723178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819221"/>
              </p:ext>
            </p:extLst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2"/>
            <a:ext cx="4022658" cy="12259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138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694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221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透過將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dev_dbg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覆蓋為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dev_warn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來觀察輸出，在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suspend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前都會正確反映耳機插入事件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Suspend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後喚醒就沒再收到任何輸出，可以確定即使是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driver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也沒辦法在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suspend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後正確接收事件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Membrane Key</a:t>
            </a:r>
            <a:r>
              <a:rPr lang="zh-TW" altLang="en-US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</a:t>
            </a:r>
            <a:r>
              <a:rPr lang="en-US" altLang="zh-TW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GD32+HID</a:t>
            </a:r>
            <a:r>
              <a:rPr lang="zh-TW" altLang="en-US" sz="1400" kern="1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已正常運作，同時支援音量調整</a:t>
            </a: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Audio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mem key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34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15E903C2-D7A2-E707-AA22-A5BFEBFCEF2F}"/>
                  </a:ext>
                </a:extLst>
              </p:cNvPr>
              <p:cNvSpPr txBox="1"/>
              <p:nvPr/>
            </p:nvSpPr>
            <p:spPr>
              <a:xfrm>
                <a:off x="297457" y="1377878"/>
                <a:ext cx="9311086" cy="53900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修改電源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相關電源選項關係到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Power Good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訊號，且有嚴格時序要求，無法修改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其他測試：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JS1000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正常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AGX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Thor Devkit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異常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/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應該是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Thor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才有的問題，已在論壇詢問，等待回覆中</a:t>
                </a:r>
                <a:endParaRPr lang="en-US" altLang="zh-TW" sz="1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字版面配置區 6">
                <a:extLst>
                  <a:ext uri="{FF2B5EF4-FFF2-40B4-BE49-F238E27FC236}">
                    <a16:creationId xmlns:a16="http://schemas.microsoft.com/office/drawing/2014/main" id="{15E903C2-D7A2-E707-AA22-A5BFEBFCE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57" y="1377878"/>
                <a:ext cx="9311086" cy="5390071"/>
              </a:xfrm>
              <a:prstGeom prst="rect">
                <a:avLst/>
              </a:prstGeom>
              <a:blipFill>
                <a:blip r:embed="rId3"/>
                <a:stretch>
                  <a:fillRect l="-1113" t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Audio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469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54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231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200097</TotalTime>
  <Words>1084</Words>
  <Application>Microsoft Office PowerPoint</Application>
  <PresentationFormat>A4 紙張 (210x297 公釐)</PresentationFormat>
  <Paragraphs>276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Noto Sans Symbols</vt:lpstr>
      <vt:lpstr>標楷體</vt:lpstr>
      <vt:lpstr>Arial</vt:lpstr>
      <vt:lpstr>Calibri</vt:lpstr>
      <vt:lpstr>Cambria Math</vt:lpstr>
      <vt:lpstr>Times New Roman</vt:lpstr>
      <vt:lpstr>template</vt:lpstr>
      <vt:lpstr>Progress Report</vt:lpstr>
      <vt:lpstr>本次進度: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本次進度: Monitor</vt:lpstr>
      <vt:lpstr>下次進度: Monitor</vt:lpstr>
      <vt:lpstr>上次進度: JS1500 &amp; AI Perf</vt:lpstr>
      <vt:lpstr>上次進度: JS1500 &amp; AI Perf</vt:lpstr>
      <vt:lpstr>上次進度：Audio &amp; mem key</vt:lpstr>
      <vt:lpstr>本次進度：Audio</vt:lpstr>
      <vt:lpstr>下次進度: JS1500 &amp; AI Perf</vt:lpstr>
      <vt:lpstr>下次進度: JS1500 &amp; AI Perf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宏德 林</cp:lastModifiedBy>
  <cp:revision>2234</cp:revision>
  <dcterms:created xsi:type="dcterms:W3CDTF">2003-02-17T16:04:03Z</dcterms:created>
  <dcterms:modified xsi:type="dcterms:W3CDTF">2026-05-05T06:10:30Z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