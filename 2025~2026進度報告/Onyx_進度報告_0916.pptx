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6"/>
  </p:notesMasterIdLst>
  <p:sldIdLst>
    <p:sldId id="277" r:id="rId2"/>
    <p:sldId id="1746" r:id="rId3"/>
    <p:sldId id="1763" r:id="rId4"/>
    <p:sldId id="1764" r:id="rId5"/>
    <p:sldId id="1765" r:id="rId6"/>
    <p:sldId id="1766" r:id="rId7"/>
    <p:sldId id="1768" r:id="rId8"/>
    <p:sldId id="1772" r:id="rId9"/>
    <p:sldId id="1770" r:id="rId10"/>
    <p:sldId id="1769" r:id="rId11"/>
    <p:sldId id="1773" r:id="rId12"/>
    <p:sldId id="1767" r:id="rId13"/>
    <p:sldId id="1750" r:id="rId14"/>
    <p:sldId id="286" r:id="rId15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/>
        </p14:section>
        <p14:section name="JS1500" id="{3F90DB17-D0DE-4CE1-9751-0249A1C3B38D}">
          <p14:sldIdLst>
            <p14:sldId id="1746"/>
            <p14:sldId id="1763"/>
            <p14:sldId id="1764"/>
            <p14:sldId id="1765"/>
            <p14:sldId id="1766"/>
            <p14:sldId id="1768"/>
            <p14:sldId id="1772"/>
            <p14:sldId id="1770"/>
            <p14:sldId id="1769"/>
            <p14:sldId id="1773"/>
            <p14:sldId id="1767"/>
            <p14:sldId id="1750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2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9900"/>
    <a:srgbClr val="00B050"/>
    <a:srgbClr val="FFC000"/>
    <a:srgbClr val="0057C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1" autoAdjust="0"/>
    <p:restoredTop sz="95153" autoAdjust="0"/>
  </p:normalViewPr>
  <p:slideViewPr>
    <p:cSldViewPr snapToGrid="0">
      <p:cViewPr varScale="1">
        <p:scale>
          <a:sx n="120" d="100"/>
          <a:sy n="120" d="100"/>
        </p:scale>
        <p:origin x="1182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6916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9325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831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78426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6614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62971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5474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5136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8707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581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1635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3967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14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3422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09547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3380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1852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84EED6-B68C-4409-8F8D-114F46446984}"/>
              </a:ext>
            </a:extLst>
          </p:cNvPr>
          <p:cNvSpPr/>
          <p:nvPr/>
        </p:nvSpPr>
        <p:spPr>
          <a:xfrm>
            <a:off x="5604934" y="2647784"/>
            <a:ext cx="3982584" cy="781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025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MLC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</a:t>
            </a: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56654" y="1252449"/>
            <a:ext cx="8800212" cy="480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在嘗試執行</a:t>
            </a:r>
            <a:r>
              <a:rPr lang="en-US" altLang="zh-TW" sz="1400" dirty="0"/>
              <a:t>Weight-Activation Quantization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的模型時遇到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InternalError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，且嘗試修改設定仍無法使用</a:t>
            </a:r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519F1BB-F177-459B-AF68-A0512343F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981" y="1668326"/>
            <a:ext cx="5844038" cy="469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8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MLC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</a:t>
            </a: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56654" y="1252449"/>
            <a:ext cx="8800212" cy="480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AGX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Orin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GPU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Ampere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架構，早於具有原生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支援的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Hopper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架構，因此無法執行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運算</a:t>
            </a:r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A7D069C-AEA3-4820-9C77-F56D03E6DE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3" r="1966"/>
          <a:stretch/>
        </p:blipFill>
        <p:spPr>
          <a:xfrm>
            <a:off x="549856" y="3185247"/>
            <a:ext cx="8806287" cy="165218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685B982-7F0F-463F-AEF2-420DD9511E9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28"/>
          <a:stretch/>
        </p:blipFill>
        <p:spPr>
          <a:xfrm>
            <a:off x="549856" y="4837433"/>
            <a:ext cx="8800212" cy="160952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05830EF-9358-43FF-963C-A8D15DF6A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8241" y="1601010"/>
            <a:ext cx="4477038" cy="151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5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MLC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</a:t>
            </a: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56654" y="1252449"/>
            <a:ext cx="8800212" cy="480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自動量化腳本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可自動下載模型，若為管制模型則須提供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token</a:t>
            </a: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結束時自動匯出量化結果報告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86E58E7-03A5-4772-B41A-57F74F8BA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122" y="1352899"/>
            <a:ext cx="4478224" cy="249670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8FD2131-313E-4437-A220-7D123C01D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283" y="4100405"/>
            <a:ext cx="6508842" cy="222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22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MLC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</a:t>
            </a: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8800212" cy="480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量測腳本自動化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發現記憶體量測異常，不符合量化後記憶體使用率下降的規律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經研究發現是使用的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紀錄的並非實時記憶體占用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6FC2D48-619A-4048-BD4F-A8EFC4509E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559"/>
          <a:stretch/>
        </p:blipFill>
        <p:spPr>
          <a:xfrm>
            <a:off x="1454663" y="1927437"/>
            <a:ext cx="6383572" cy="104768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7486F20-D335-4140-A014-7262DB8B2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3106"/>
            <a:ext cx="9906000" cy="36021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409DF48-C8F3-4A53-90E0-5A3528797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482" y="3718983"/>
            <a:ext cx="4556195" cy="263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88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 100GbE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32800" y="1252449"/>
            <a:ext cx="8800212" cy="480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宣傳中的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100G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實際由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25Gb Ethernet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構成，硬體上也不支援使用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IB</a:t>
            </a: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63528A3-04BC-4969-ACE9-2F244044C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92" y="1927219"/>
            <a:ext cx="7490129" cy="421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80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 100GbE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32800" y="1252449"/>
            <a:ext cx="8800212" cy="480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經詢問論壇後得知，目前僅在單接口下使用靜態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可以建立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10G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連線，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DHCP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與多端口還在驗證中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F68FDD-6B13-4B25-B4C1-F0F385B2E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02" y="3891475"/>
            <a:ext cx="8226710" cy="133968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336FF76-EEF4-46B3-B194-27AECB7CB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02" y="5231160"/>
            <a:ext cx="8226709" cy="1098639"/>
          </a:xfrm>
          <a:prstGeom prst="rect">
            <a:avLst/>
          </a:prstGeom>
        </p:spPr>
      </p:pic>
      <p:pic>
        <p:nvPicPr>
          <p:cNvPr id="2052" name="Picture 4" descr="image">
            <a:extLst>
              <a:ext uri="{FF2B5EF4-FFF2-40B4-BE49-F238E27FC236}">
                <a16:creationId xmlns:a16="http://schemas.microsoft.com/office/drawing/2014/main" id="{B0580ADF-5660-4ACF-9D39-C5B3500E4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4" r="2154" b="7148"/>
          <a:stretch/>
        </p:blipFill>
        <p:spPr bwMode="auto">
          <a:xfrm>
            <a:off x="2125674" y="1785849"/>
            <a:ext cx="5339764" cy="203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21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MLC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</a:t>
            </a: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56654" y="1252449"/>
            <a:ext cx="8800212" cy="480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解決記憶體量測異常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拋棄系統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，透過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nsight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system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並記錄記憶體使用狀況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從匯出的資料庫中計算記憶體使用量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BBCF385-ECC7-41D7-AA4C-F5B784481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298" y="1922374"/>
            <a:ext cx="5304762" cy="100952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ABCDC2C-FC2C-4FE7-8B9D-BD258F079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29" y="3284933"/>
            <a:ext cx="8173941" cy="220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57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MLC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</a:t>
            </a: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56654" y="1252449"/>
            <a:ext cx="8800212" cy="480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cuda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core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tensor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使用率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nsight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system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同時記錄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GPU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使用數據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重點關注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SMs Active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Tensor Active</a:t>
            </a: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從匯出的資料庫中計算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cuda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core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tensor core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使用量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6A8A66E-DA16-42B3-9FFC-3485B4AAA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06" y="878089"/>
            <a:ext cx="3898194" cy="510182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51E7A1F-CB21-4668-B05F-C5AECB63B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52" y="3713424"/>
            <a:ext cx="6442580" cy="226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099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MLC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</a:t>
            </a: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56654" y="1252449"/>
            <a:ext cx="8800212" cy="480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將工具移植到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修改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nsight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system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綁定位置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使用的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nsight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system 2025.05.1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不再需要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host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版即可匯出報告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上需要提供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root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權限才能使用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nsight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system</a:t>
            </a: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BF0574A-22F2-447E-B42E-22FD6E1C7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85" y="2568272"/>
            <a:ext cx="8669150" cy="341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22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MLC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</a:t>
            </a: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8800212" cy="72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目前腳本執行結果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73CF8E7-B026-442E-A948-C7708CE1A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79875"/>
            <a:ext cx="9898419" cy="434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1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3422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09547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107962"/>
              </p:ext>
            </p:extLst>
          </p:nvPr>
        </p:nvGraphicFramePr>
        <p:xfrm>
          <a:off x="5604934" y="2353858"/>
          <a:ext cx="4022658" cy="3380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1852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84EED6-B68C-4409-8F8D-114F46446984}"/>
              </a:ext>
            </a:extLst>
          </p:cNvPr>
          <p:cNvSpPr/>
          <p:nvPr/>
        </p:nvSpPr>
        <p:spPr>
          <a:xfrm>
            <a:off x="5604934" y="2647784"/>
            <a:ext cx="3982584" cy="781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318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128321</TotalTime>
  <Words>504</Words>
  <Application>Microsoft Office PowerPoint</Application>
  <PresentationFormat>A4 紙張 (210x297 公釐)</PresentationFormat>
  <Paragraphs>163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Noto Sans Symbols</vt:lpstr>
      <vt:lpstr>新細明體</vt:lpstr>
      <vt:lpstr>標楷體</vt:lpstr>
      <vt:lpstr>Arial</vt:lpstr>
      <vt:lpstr>Times New Roman</vt:lpstr>
      <vt:lpstr>template</vt:lpstr>
      <vt:lpstr>Progress Report</vt:lpstr>
      <vt:lpstr>上次進度: JS1500 &amp; AI Perf</vt:lpstr>
      <vt:lpstr>上次進度 : MLC量化</vt:lpstr>
      <vt:lpstr>上次進度 : MLC量化</vt:lpstr>
      <vt:lpstr>上次進度 : MLC量化</vt:lpstr>
      <vt:lpstr>上次進度 : MLC量化</vt:lpstr>
      <vt:lpstr>本次進度 : Thor 100GbE</vt:lpstr>
      <vt:lpstr>本次進度 : Thor 100GbE</vt:lpstr>
      <vt:lpstr>本次進度 : MLC量化</vt:lpstr>
      <vt:lpstr>本次進度 : MLC量化</vt:lpstr>
      <vt:lpstr>本次進度 : MLC量化</vt:lpstr>
      <vt:lpstr>本次進度 : MLC量化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1377</cp:revision>
  <dcterms:created xsi:type="dcterms:W3CDTF">2003-02-17T16:04:03Z</dcterms:created>
  <dcterms:modified xsi:type="dcterms:W3CDTF">2025-09-16T06:08:07Z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