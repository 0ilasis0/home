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6"/>
  </p:notesMasterIdLst>
  <p:sldIdLst>
    <p:sldId id="277" r:id="rId2"/>
    <p:sldId id="1391" r:id="rId3"/>
    <p:sldId id="1392" r:id="rId4"/>
    <p:sldId id="286" r:id="rId5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edical Monitor" id="{C2362E2A-50BB-4249-BF08-AD83A15F33C8}">
          <p14:sldIdLst>
            <p14:sldId id="1391"/>
          </p14:sldIdLst>
        </p14:section>
        <p14:section name="JS1100" id="{A63E5865-496B-4363-A6A4-7EA2AB8BE712}">
          <p14:sldIdLst>
            <p14:sldId id="139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57C0"/>
    <a:srgbClr val="FF9900"/>
    <a:srgbClr val="000000"/>
    <a:srgbClr val="8958B1"/>
    <a:srgbClr val="C58DEF"/>
    <a:srgbClr val="993366"/>
    <a:srgbClr val="58148B"/>
    <a:srgbClr val="FFFFFF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83" autoAdjust="0"/>
    <p:restoredTop sz="91920" autoAdjust="0"/>
  </p:normalViewPr>
  <p:slideViewPr>
    <p:cSldViewPr snapToGrid="0">
      <p:cViewPr varScale="1">
        <p:scale>
          <a:sx n="110" d="100"/>
          <a:sy n="110" d="100"/>
        </p:scale>
        <p:origin x="1710" y="114"/>
      </p:cViewPr>
      <p:guideLst>
        <p:guide orient="horz" pos="2160"/>
        <p:guide pos="312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6931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7261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4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 err="1">
                <a:cs typeface="Times New Roman" panose="02020603050405020304" pitchFamily="18" charset="0"/>
              </a:rPr>
              <a:t>Chih</a:t>
            </a:r>
            <a:r>
              <a:rPr lang="en-US" altLang="zh-TW" sz="2000" dirty="0">
                <a:cs typeface="Times New Roman" panose="02020603050405020304" pitchFamily="18" charset="0"/>
              </a:rPr>
              <a:t>-Hsiang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Sheng-Hong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Hong-De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Wen-Xing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1189" y="714375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下次進度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8" name="文字版面配置區 6">
            <a:extLst>
              <a:ext uri="{FF2B5EF4-FFF2-40B4-BE49-F238E27FC236}">
                <a16:creationId xmlns:a16="http://schemas.microsoft.com/office/drawing/2014/main" id="{1F1959B1-F8C9-4971-B627-FBFA5A1C73A8}"/>
              </a:ext>
            </a:extLst>
          </p:cNvPr>
          <p:cNvSpPr txBox="1"/>
          <p:nvPr/>
        </p:nvSpPr>
        <p:spPr>
          <a:xfrm>
            <a:off x="556465" y="1033041"/>
            <a:ext cx="8800212" cy="5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endParaRPr lang="en-US" altLang="zh-TW" sz="1100" dirty="0"/>
          </a:p>
        </p:txBody>
      </p:sp>
      <p:sp>
        <p:nvSpPr>
          <p:cNvPr id="36" name="文字版面配置區 6">
            <a:extLst>
              <a:ext uri="{FF2B5EF4-FFF2-40B4-BE49-F238E27FC236}">
                <a16:creationId xmlns:a16="http://schemas.microsoft.com/office/drawing/2014/main" id="{9345B08E-187D-4A09-854F-D96B690B91EF}"/>
              </a:ext>
            </a:extLst>
          </p:cNvPr>
          <p:cNvSpPr txBox="1"/>
          <p:nvPr/>
        </p:nvSpPr>
        <p:spPr>
          <a:xfrm>
            <a:off x="549323" y="1126861"/>
            <a:ext cx="8800212" cy="75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根據計畫書中內容進行開發，以下分別為階段一目標和當前開發進度及優先序。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endParaRPr lang="en-US" altLang="zh-TW" sz="11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10F0EB0-41D0-B2B0-CD92-D00BC92DF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533161"/>
              </p:ext>
            </p:extLst>
          </p:nvPr>
        </p:nvGraphicFramePr>
        <p:xfrm>
          <a:off x="161219" y="1694153"/>
          <a:ext cx="4903244" cy="4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565">
                  <a:extLst>
                    <a:ext uri="{9D8B030D-6E8A-4147-A177-3AD203B41FA5}">
                      <a16:colId xmlns:a16="http://schemas.microsoft.com/office/drawing/2014/main" val="2214116554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2817570406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4218185479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011215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to UART and  I2C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溝通確立</a:t>
                      </a: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Tool GUI layout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介面確認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工具設計功能建立方式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XML or JSON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USB UART to UART 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指令測試溝通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期中報告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醫揚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Medical Monitor I2C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溝通確認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自動測試指令腳本功能建立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426695749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83D519A-D68F-8683-502B-25BBB19C9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730748"/>
              </p:ext>
            </p:extLst>
          </p:nvPr>
        </p:nvGraphicFramePr>
        <p:xfrm>
          <a:off x="5166692" y="1694153"/>
          <a:ext cx="4594158" cy="373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079">
                  <a:extLst>
                    <a:ext uri="{9D8B030D-6E8A-4147-A177-3AD203B41FA5}">
                      <a16:colId xmlns:a16="http://schemas.microsoft.com/office/drawing/2014/main" val="1386511907"/>
                    </a:ext>
                  </a:extLst>
                </a:gridCol>
                <a:gridCol w="2297079">
                  <a:extLst>
                    <a:ext uri="{9D8B030D-6E8A-4147-A177-3AD203B41FA5}">
                      <a16:colId xmlns:a16="http://schemas.microsoft.com/office/drawing/2014/main" val="3728400076"/>
                    </a:ext>
                  </a:extLst>
                </a:gridCol>
              </a:tblGrid>
              <a:tr h="53320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23179"/>
                  </a:ext>
                </a:extLst>
              </a:tr>
              <a:tr h="53320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UART and  I2C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溝通確立</a:t>
                      </a: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79987"/>
                  </a:ext>
                </a:extLst>
              </a:tr>
              <a:tr h="53320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Tool GUI Layout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(OPD)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介面確立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597867"/>
                  </a:ext>
                </a:extLst>
              </a:tr>
              <a:tr h="53320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工具設計功能建立方式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XML or 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252660"/>
                  </a:ext>
                </a:extLst>
              </a:tr>
              <a:tr h="53320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USB UART to UART 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指令測試溝通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12433"/>
                  </a:ext>
                </a:extLst>
              </a:tr>
              <a:tr h="533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醫揚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Medical Monitor I2C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溝通</a:t>
                      </a:r>
                      <a:endParaRPr lang="zh-TW" altLang="zh-TW" sz="1400" b="0" i="0" u="none" strike="noStrike" cap="none" dirty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033846"/>
                  </a:ext>
                </a:extLst>
              </a:tr>
              <a:tr h="533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自動測試指令腳本功能建立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01990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7BECC031-B379-DD16-07D3-4CDE50C18C2A}"/>
              </a:ext>
            </a:extLst>
          </p:cNvPr>
          <p:cNvSpPr txBox="1"/>
          <p:nvPr/>
        </p:nvSpPr>
        <p:spPr>
          <a:xfrm>
            <a:off x="8635531" y="826297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55245E1-64B9-6450-D56F-4D630C5BE47B}"/>
              </a:ext>
            </a:extLst>
          </p:cNvPr>
          <p:cNvCxnSpPr>
            <a:cxnSpLocks/>
          </p:cNvCxnSpPr>
          <p:nvPr/>
        </p:nvCxnSpPr>
        <p:spPr>
          <a:xfrm>
            <a:off x="5169171" y="2239523"/>
            <a:ext cx="0" cy="35415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9FB4C22-0FBA-D306-BB7C-E9D2E33DD1C5}"/>
              </a:ext>
            </a:extLst>
          </p:cNvPr>
          <p:cNvSpPr txBox="1"/>
          <p:nvPr/>
        </p:nvSpPr>
        <p:spPr>
          <a:xfrm>
            <a:off x="4731316" y="5810075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57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下次進度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JS1100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BB20D9-FF08-ADFE-0239-2A0A725A79B8}"/>
              </a:ext>
            </a:extLst>
          </p:cNvPr>
          <p:cNvGraphicFramePr>
            <a:graphicFrameLocks noGrp="1"/>
          </p:cNvGraphicFramePr>
          <p:nvPr/>
        </p:nvGraphicFramePr>
        <p:xfrm>
          <a:off x="4756576" y="2775370"/>
          <a:ext cx="5157216" cy="152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608">
                  <a:extLst>
                    <a:ext uri="{9D8B030D-6E8A-4147-A177-3AD203B41FA5}">
                      <a16:colId xmlns:a16="http://schemas.microsoft.com/office/drawing/2014/main" val="1386511907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3728400076"/>
                    </a:ext>
                  </a:extLst>
                </a:gridCol>
              </a:tblGrid>
              <a:tr h="30248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23179"/>
                  </a:ext>
                </a:extLst>
              </a:tr>
              <a:tr h="226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OTA service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4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786410"/>
                  </a:ext>
                </a:extLst>
              </a:tr>
              <a:tr h="6976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Touching Mapping</a:t>
                      </a:r>
                      <a:endParaRPr lang="zh-TW" altLang="zh-TW" sz="14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086582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202C1B06-2573-A628-C341-BB16D30DF0FC}"/>
              </a:ext>
            </a:extLst>
          </p:cNvPr>
          <p:cNvCxnSpPr>
            <a:cxnSpLocks/>
          </p:cNvCxnSpPr>
          <p:nvPr/>
        </p:nvCxnSpPr>
        <p:spPr>
          <a:xfrm>
            <a:off x="4885192" y="2775370"/>
            <a:ext cx="0" cy="13072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534E871-5256-D06E-A5DC-74EDD2EFEFBD}"/>
              </a:ext>
            </a:extLst>
          </p:cNvPr>
          <p:cNvSpPr txBox="1"/>
          <p:nvPr/>
        </p:nvSpPr>
        <p:spPr>
          <a:xfrm>
            <a:off x="4567963" y="4042132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50390" y="1004661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根據計畫書中內容進行開發，以下分別為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階段一目標和當前開發進度及優先序。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E5DB677-FC1E-C918-4DE8-5A29E7BE7399}"/>
              </a:ext>
            </a:extLst>
          </p:cNvPr>
          <p:cNvGraphicFramePr>
            <a:graphicFrameLocks noGrp="1"/>
          </p:cNvGraphicFramePr>
          <p:nvPr/>
        </p:nvGraphicFramePr>
        <p:xfrm>
          <a:off x="-22848" y="2213414"/>
          <a:ext cx="4664952" cy="2431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924">
                  <a:extLst>
                    <a:ext uri="{9D8B030D-6E8A-4147-A177-3AD203B41FA5}">
                      <a16:colId xmlns:a16="http://schemas.microsoft.com/office/drawing/2014/main" val="2214116554"/>
                    </a:ext>
                  </a:extLst>
                </a:gridCol>
                <a:gridCol w="1497874">
                  <a:extLst>
                    <a:ext uri="{9D8B030D-6E8A-4147-A177-3AD203B41FA5}">
                      <a16:colId xmlns:a16="http://schemas.microsoft.com/office/drawing/2014/main" val="2817570406"/>
                    </a:ext>
                  </a:extLst>
                </a:gridCol>
                <a:gridCol w="2011154">
                  <a:extLst>
                    <a:ext uri="{9D8B030D-6E8A-4147-A177-3AD203B41FA5}">
                      <a16:colId xmlns:a16="http://schemas.microsoft.com/office/drawing/2014/main" val="4218185479"/>
                    </a:ext>
                  </a:extLst>
                </a:gridCol>
              </a:tblGrid>
              <a:tr h="27407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011215"/>
                  </a:ext>
                </a:extLst>
              </a:tr>
              <a:tr h="212637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2024/08/01</a:t>
                      </a:r>
                    </a:p>
                    <a:p>
                      <a:pPr algn="ctr"/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2024/09/30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Touching Mapping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  <a:sym typeface="Arial"/>
                        </a:rPr>
                        <a:t>OTA service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42669574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BA6358A-B91C-0A9C-B975-0BA97AC554AC}"/>
              </a:ext>
            </a:extLst>
          </p:cNvPr>
          <p:cNvSpPr txBox="1"/>
          <p:nvPr/>
        </p:nvSpPr>
        <p:spPr>
          <a:xfrm>
            <a:off x="4650496" y="4902775"/>
            <a:ext cx="992578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F145CB5-95AF-08DE-16F2-85EEE64553C4}"/>
              </a:ext>
            </a:extLst>
          </p:cNvPr>
          <p:cNvSpPr txBox="1"/>
          <p:nvPr/>
        </p:nvSpPr>
        <p:spPr>
          <a:xfrm rot="16200000">
            <a:off x="1738385" y="273860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~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173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52840</TotalTime>
  <Words>222</Words>
  <Application>Microsoft Office PowerPoint</Application>
  <PresentationFormat>A4 紙張 (210x297 公釐)</PresentationFormat>
  <Paragraphs>73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下次進度: Monitor </vt:lpstr>
      <vt:lpstr>下次進度:JS1100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M11115T05</cp:lastModifiedBy>
  <cp:revision>534</cp:revision>
  <dcterms:created xsi:type="dcterms:W3CDTF">2003-02-17T16:04:03Z</dcterms:created>
  <dcterms:modified xsi:type="dcterms:W3CDTF">2024-07-29T01:14:58Z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