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4"/>
  </p:notesMasterIdLst>
  <p:sldIdLst>
    <p:sldId id="1927" r:id="rId2"/>
    <p:sldId id="1928" r:id="rId3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JS1500" id="{F71E69A4-C86C-4DAC-B828-42C2D8800267}">
          <p14:sldIdLst>
            <p14:sldId id="1927"/>
            <p14:sldId id="19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1" autoAdjust="0"/>
    <p:restoredTop sz="95185" autoAdjust="0"/>
  </p:normalViewPr>
  <p:slideViewPr>
    <p:cSldViewPr snapToGrid="0">
      <p:cViewPr varScale="1">
        <p:scale>
          <a:sx n="114" d="100"/>
          <a:sy n="114" d="100"/>
        </p:scale>
        <p:origin x="1380" y="9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0700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5848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0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音訊輸入經由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ASR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模型轉文字後，再交由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潤詞，全離線輸出高精確度的轉譯結果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Optional: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額外加上翻譯能力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主要評估指標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CER(</a:t>
            </a:r>
            <a:r>
              <a:rPr lang="en-US" altLang="zh-TW" sz="1400" dirty="0"/>
              <a:t>Character Error Rate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比較字元錯誤率來判定是否精確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輔助評估指標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TTFS(Time To Final Segment)</a:t>
            </a: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透過最終片段產生時間來評估系統的效率、即時性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輔助語音輸入</a:t>
            </a:r>
          </a:p>
        </p:txBody>
      </p:sp>
    </p:spTree>
    <p:extLst>
      <p:ext uri="{BB962C8B-B14F-4D97-AF65-F5344CB8AC3E}">
        <p14:creationId xmlns:p14="http://schemas.microsoft.com/office/powerpoint/2010/main" val="311787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多模態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助理，除了基礎的文字對話，還可以麥克風輸入加上可選視訊輸入，與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即時互動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Optional: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，可以提供保密內容的資訊而無須擔心資料外流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評估指標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OmniBench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StreamingBench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等等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通過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benchmark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的得分結果與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leaderboard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比較，可以直接知道本系統與商業平台的性能差異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多模態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助理</a:t>
            </a:r>
          </a:p>
        </p:txBody>
      </p:sp>
    </p:spTree>
    <p:extLst>
      <p:ext uri="{BB962C8B-B14F-4D97-AF65-F5344CB8AC3E}">
        <p14:creationId xmlns:p14="http://schemas.microsoft.com/office/powerpoint/2010/main" val="313176899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229987</TotalTime>
  <Words>150</Words>
  <Application>Microsoft Office PowerPoint</Application>
  <PresentationFormat>A4 紙張 (210x297 公釐)</PresentationFormat>
  <Paragraphs>18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Noto Sans Symbols</vt:lpstr>
      <vt:lpstr>標楷體</vt:lpstr>
      <vt:lpstr>Arial</vt:lpstr>
      <vt:lpstr>Times New Roman</vt:lpstr>
      <vt:lpstr>template</vt:lpstr>
      <vt:lpstr>AI輔助語音輸入</vt:lpstr>
      <vt:lpstr>多模態AI助理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2282</cp:revision>
  <dcterms:created xsi:type="dcterms:W3CDTF">2003-02-17T16:04:03Z</dcterms:created>
  <dcterms:modified xsi:type="dcterms:W3CDTF">2026-07-28T06:22:03Z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