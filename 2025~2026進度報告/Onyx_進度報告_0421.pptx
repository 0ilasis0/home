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77" r:id="rId2"/>
    <p:sldId id="1784" r:id="rId3"/>
    <p:sldId id="1875" r:id="rId4"/>
    <p:sldId id="1876" r:id="rId5"/>
    <p:sldId id="1882" r:id="rId6"/>
    <p:sldId id="1884" r:id="rId7"/>
    <p:sldId id="1860" r:id="rId8"/>
    <p:sldId id="1888" r:id="rId9"/>
    <p:sldId id="1885" r:id="rId10"/>
    <p:sldId id="1886" r:id="rId11"/>
    <p:sldId id="1783" r:id="rId12"/>
    <p:sldId id="1864" r:id="rId13"/>
    <p:sldId id="1865" r:id="rId14"/>
    <p:sldId id="1889" r:id="rId15"/>
    <p:sldId id="1890" r:id="rId16"/>
    <p:sldId id="1863" r:id="rId17"/>
    <p:sldId id="1891" r:id="rId18"/>
    <p:sldId id="1892" r:id="rId19"/>
    <p:sldId id="286" r:id="rId2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75"/>
            <p14:sldId id="1876"/>
            <p14:sldId id="1882"/>
            <p14:sldId id="1884"/>
            <p14:sldId id="1860"/>
            <p14:sldId id="1888"/>
            <p14:sldId id="1885"/>
            <p14:sldId id="1886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889"/>
            <p14:sldId id="1890"/>
            <p14:sldId id="1863"/>
            <p14:sldId id="1891"/>
            <p14:sldId id="189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95879" autoAdjust="0"/>
  </p:normalViewPr>
  <p:slideViewPr>
    <p:cSldViewPr snapToGrid="0">
      <p:cViewPr varScale="1">
        <p:scale>
          <a:sx n="76" d="100"/>
          <a:sy n="76" d="100"/>
        </p:scale>
        <p:origin x="1332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760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k = 0</a:t>
            </a:r>
            <a:r>
              <a:rPr lang="zh-TW" altLang="en-US" dirty="0"/>
              <a:t>（純黑）、假設</a:t>
            </a:r>
            <a:r>
              <a:rPr lang="en-US" altLang="zh-TW" dirty="0"/>
              <a:t>k = 1</a:t>
            </a:r>
            <a:r>
              <a:rPr lang="zh-TW" altLang="en-US" dirty="0"/>
              <a:t>（第一階暗灰）亮度是</a:t>
            </a:r>
            <a:r>
              <a:rPr lang="en-US" altLang="zh-TW" dirty="0"/>
              <a:t>0.004nits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演算法看 </a:t>
            </a:r>
            <a:r>
              <a:rPr lang="en-US" altLang="zh-TW" dirty="0"/>
              <a:t>Code 0</a:t>
            </a:r>
            <a:r>
              <a:rPr lang="zh-TW" altLang="en-US" dirty="0"/>
              <a:t>：亮度是 </a:t>
            </a:r>
            <a:r>
              <a:rPr lang="en-US" altLang="zh-TW" dirty="0"/>
              <a:t>0</a:t>
            </a:r>
            <a:r>
              <a:rPr lang="zh-TW" altLang="en-US" dirty="0"/>
              <a:t>（太暗了）。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演算法看 </a:t>
            </a:r>
            <a:r>
              <a:rPr lang="en-US" altLang="zh-TW" dirty="0"/>
              <a:t>Code 100</a:t>
            </a:r>
            <a:r>
              <a:rPr lang="zh-TW" altLang="en-US" dirty="0"/>
              <a:t>：亮度還是 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演算法看 </a:t>
            </a:r>
            <a:r>
              <a:rPr lang="en-US" altLang="zh-TW" dirty="0"/>
              <a:t>Code 300</a:t>
            </a:r>
            <a:r>
              <a:rPr lang="zh-TW" altLang="en-US" dirty="0"/>
              <a:t>：亮度依舊是 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演算法一路往上找，直到 </a:t>
            </a:r>
            <a:r>
              <a:rPr lang="en-US" altLang="zh-TW" b="1" dirty="0"/>
              <a:t>Code 322</a:t>
            </a:r>
            <a:r>
              <a:rPr lang="zh-TW" altLang="en-US" dirty="0"/>
              <a:t>，亮度才終於大於 </a:t>
            </a:r>
            <a:r>
              <a:rPr lang="en-US" altLang="zh-TW" dirty="0"/>
              <a:t>0</a:t>
            </a:r>
            <a:r>
              <a:rPr lang="zh-TW" altLang="en-US" dirty="0"/>
              <a:t>，達到了 </a:t>
            </a:r>
            <a:r>
              <a:rPr lang="en-US" altLang="zh-TW" dirty="0"/>
              <a:t>0.004 nits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所以</a:t>
            </a:r>
            <a:r>
              <a:rPr lang="zh-TW" altLang="en-US" dirty="0"/>
              <a:t>演算法判定「要讓 </a:t>
            </a:r>
            <a:r>
              <a:rPr lang="en-US" altLang="zh-TW" dirty="0"/>
              <a:t>k=1 </a:t>
            </a:r>
            <a:r>
              <a:rPr lang="zh-TW" altLang="en-US" dirty="0"/>
              <a:t>發光，我必須給出 </a:t>
            </a:r>
            <a:r>
              <a:rPr lang="en-US" altLang="zh-TW" dirty="0"/>
              <a:t>Code 322</a:t>
            </a:r>
            <a:r>
              <a:rPr lang="zh-TW" altLang="en-US" dirty="0"/>
              <a:t>」，因此產生了第一階就暴衝的錯誤。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結果</a:t>
            </a:r>
            <a:r>
              <a:rPr lang="en-US" altLang="zh-TW" dirty="0"/>
              <a:t>:</a:t>
            </a:r>
            <a:r>
              <a:rPr lang="zh-TW" altLang="en-US" dirty="0"/>
              <a:t> 因為找不到光，導致 </a:t>
            </a:r>
            <a:r>
              <a:rPr lang="en-US" altLang="zh-TW" dirty="0"/>
              <a:t>LUT </a:t>
            </a:r>
            <a:r>
              <a:rPr lang="zh-TW" altLang="en-US" dirty="0"/>
              <a:t>暴衝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3664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349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0957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0511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075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760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803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4642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3498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2121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19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95043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34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256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階正常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12074"/>
              </p:ext>
            </p:extLst>
          </p:nvPr>
        </p:nvGraphicFramePr>
        <p:xfrm>
          <a:off x="167641" y="2381794"/>
          <a:ext cx="4785359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6152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6737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7737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 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6147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6738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7746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6329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7119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8912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6393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7135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8964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  <p:graphicFrame>
        <p:nvGraphicFramePr>
          <p:cNvPr id="4" name="表格 24">
            <a:extLst>
              <a:ext uri="{FF2B5EF4-FFF2-40B4-BE49-F238E27FC236}">
                <a16:creationId xmlns:a16="http://schemas.microsoft.com/office/drawing/2014/main" id="{9D2AAE05-80AC-E759-AE44-FF7B069FF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30166"/>
              </p:ext>
            </p:extLst>
          </p:nvPr>
        </p:nvGraphicFramePr>
        <p:xfrm>
          <a:off x="5036820" y="2381794"/>
          <a:ext cx="4785359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DICOM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6108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6733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7793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02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60122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發現問題出在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sensor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上圖是正確的版本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下圖是錯誤的版本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EE1CF3-0D3C-C955-C9B1-C72FA57C4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3"/>
          <a:stretch/>
        </p:blipFill>
        <p:spPr>
          <a:xfrm>
            <a:off x="3958045" y="578943"/>
            <a:ext cx="5947955" cy="2850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F4E9B7-A036-BF1A-DEDA-05D0EF5625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6"/>
          <a:stretch/>
        </p:blipFill>
        <p:spPr>
          <a:xfrm>
            <a:off x="3958045" y="3559715"/>
            <a:ext cx="5947955" cy="28569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8FEF3F6-1625-095B-09DE-6C6792F6E830}"/>
              </a:ext>
            </a:extLst>
          </p:cNvPr>
          <p:cNvSpPr/>
          <p:nvPr/>
        </p:nvSpPr>
        <p:spPr>
          <a:xfrm>
            <a:off x="3958045" y="2498449"/>
            <a:ext cx="2460172" cy="662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27779B-AF6D-67F2-C4CA-29AD453061A8}"/>
              </a:ext>
            </a:extLst>
          </p:cNvPr>
          <p:cNvSpPr/>
          <p:nvPr/>
        </p:nvSpPr>
        <p:spPr>
          <a:xfrm>
            <a:off x="3958045" y="5494913"/>
            <a:ext cx="2460172" cy="662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267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057117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第二次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verify  Get FW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問題 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時會下指令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 AD board FW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，第二次開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再送一次指令的時候回傳的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package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會有問題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MainWindow.xaml.cs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 Version  cache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，第一次開啟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就先保存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Version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，之後開啟的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都直接拿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cache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，不再下指令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7D3B9DD-39A8-49EF-BD8B-691369615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105" y="3865932"/>
            <a:ext cx="4285823" cy="257149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2BECB6F-6423-2B6D-2C18-A1F0BAA3C619}"/>
              </a:ext>
            </a:extLst>
          </p:cNvPr>
          <p:cNvSpPr/>
          <p:nvPr/>
        </p:nvSpPr>
        <p:spPr>
          <a:xfrm>
            <a:off x="5868786" y="4805390"/>
            <a:ext cx="2809701" cy="306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B25C2AC-AFBF-4A39-B175-41F6433F2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3" y="3430168"/>
            <a:ext cx="1892397" cy="327676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2CF4AB4-7E19-4D6F-8D20-A1C088DE57A7}"/>
              </a:ext>
            </a:extLst>
          </p:cNvPr>
          <p:cNvSpPr/>
          <p:nvPr/>
        </p:nvSpPr>
        <p:spPr>
          <a:xfrm>
            <a:off x="1485495" y="3782806"/>
            <a:ext cx="567750" cy="248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D06544E-C88A-4771-9DE9-FC3AE3555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409" y="3907879"/>
            <a:ext cx="1930499" cy="210195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FF08C44-E5CE-49E8-A5B1-D6C5462E7D3F}"/>
              </a:ext>
            </a:extLst>
          </p:cNvPr>
          <p:cNvSpPr/>
          <p:nvPr/>
        </p:nvSpPr>
        <p:spPr>
          <a:xfrm>
            <a:off x="4262658" y="4276027"/>
            <a:ext cx="690342" cy="237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B138F52-E81E-4336-A097-FD25C6630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412" y="3096943"/>
            <a:ext cx="3321221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37322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 色溫不準問題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校正時，會把量測到的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階數值寫到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 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記憶體中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只會拿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階的前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階進行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運算，其餘都沒用到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色溫比例參數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3(RGB) = 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byte 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byte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寫進沒有用到的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measure data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在下指令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出來使用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E09FDF2-828C-42F3-967B-BE30A8471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721" y="3538233"/>
            <a:ext cx="4972744" cy="435353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82A0101-0699-4D6C-988C-A3023AFF1A2B}"/>
              </a:ext>
            </a:extLst>
          </p:cNvPr>
          <p:cNvSpPr/>
          <p:nvPr/>
        </p:nvSpPr>
        <p:spPr>
          <a:xfrm flipH="1">
            <a:off x="2714721" y="3951048"/>
            <a:ext cx="4972744" cy="175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3355C3-F034-4499-9AA4-DCED93B71114}"/>
              </a:ext>
            </a:extLst>
          </p:cNvPr>
          <p:cNvSpPr/>
          <p:nvPr/>
        </p:nvSpPr>
        <p:spPr>
          <a:xfrm flipH="1" flipV="1">
            <a:off x="2714720" y="4126148"/>
            <a:ext cx="1203229" cy="10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121058-E497-4F6B-9366-33CAD2896128}"/>
              </a:ext>
            </a:extLst>
          </p:cNvPr>
          <p:cNvSpPr/>
          <p:nvPr/>
        </p:nvSpPr>
        <p:spPr>
          <a:xfrm flipH="1" flipV="1">
            <a:off x="2719800" y="4333347"/>
            <a:ext cx="4967664" cy="11673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3D78B1-2A2C-4103-96AB-2911A828EB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29" r="16324" b="23121"/>
          <a:stretch/>
        </p:blipFill>
        <p:spPr>
          <a:xfrm>
            <a:off x="6558742" y="342018"/>
            <a:ext cx="2851072" cy="150137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494F24-2AE6-47DC-8795-B9DB5CE9DAA9}"/>
              </a:ext>
            </a:extLst>
          </p:cNvPr>
          <p:cNvSpPr/>
          <p:nvPr/>
        </p:nvSpPr>
        <p:spPr>
          <a:xfrm flipH="1" flipV="1">
            <a:off x="7256242" y="1143000"/>
            <a:ext cx="1605123" cy="700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2323E5-1451-4B6C-86CE-4058EB275E34}"/>
              </a:ext>
            </a:extLst>
          </p:cNvPr>
          <p:cNvSpPr/>
          <p:nvPr/>
        </p:nvSpPr>
        <p:spPr>
          <a:xfrm flipH="1">
            <a:off x="2719801" y="4652088"/>
            <a:ext cx="4972744" cy="175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F1EEB6-1C3D-4821-813D-079347D90337}"/>
              </a:ext>
            </a:extLst>
          </p:cNvPr>
          <p:cNvSpPr/>
          <p:nvPr/>
        </p:nvSpPr>
        <p:spPr>
          <a:xfrm flipH="1" flipV="1">
            <a:off x="2719800" y="4827188"/>
            <a:ext cx="1203229" cy="10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E5C143-119E-4F29-BD3C-B7FF9157CE50}"/>
              </a:ext>
            </a:extLst>
          </p:cNvPr>
          <p:cNvSpPr/>
          <p:nvPr/>
        </p:nvSpPr>
        <p:spPr>
          <a:xfrm flipH="1">
            <a:off x="2714720" y="5322648"/>
            <a:ext cx="4972744" cy="175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B03738-0DC1-4572-88EA-945CCA3614F9}"/>
              </a:ext>
            </a:extLst>
          </p:cNvPr>
          <p:cNvSpPr/>
          <p:nvPr/>
        </p:nvSpPr>
        <p:spPr>
          <a:xfrm flipH="1" flipV="1">
            <a:off x="2714719" y="5497748"/>
            <a:ext cx="1203229" cy="10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87C336-C11D-4CF5-A623-3E75759D78AD}"/>
              </a:ext>
            </a:extLst>
          </p:cNvPr>
          <p:cNvSpPr/>
          <p:nvPr/>
        </p:nvSpPr>
        <p:spPr>
          <a:xfrm flipH="1" flipV="1">
            <a:off x="7020560" y="4225204"/>
            <a:ext cx="666904" cy="10295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E38792-5F07-43D1-92FF-E90C3FC34B8B}"/>
              </a:ext>
            </a:extLst>
          </p:cNvPr>
          <p:cNvSpPr/>
          <p:nvPr/>
        </p:nvSpPr>
        <p:spPr>
          <a:xfrm flipH="1">
            <a:off x="2709641" y="6008286"/>
            <a:ext cx="4972744" cy="175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3C333F-F28D-4FF8-A760-67E5B8075CA7}"/>
              </a:ext>
            </a:extLst>
          </p:cNvPr>
          <p:cNvSpPr/>
          <p:nvPr/>
        </p:nvSpPr>
        <p:spPr>
          <a:xfrm flipH="1" flipV="1">
            <a:off x="2709640" y="6183386"/>
            <a:ext cx="1203229" cy="10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43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86661" y="1060362"/>
            <a:ext cx="7844926" cy="167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 色溫不準問題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校正完後，把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的值寫入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ADbroad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至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5400K(Y)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[20~22]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[24~26]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[28~30]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D0504FF-E441-D7A9-C67C-AD2DB047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519" y="2733147"/>
            <a:ext cx="4581850" cy="366708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8E38792-5F07-43D1-92FF-E90C3FC34B8B}"/>
              </a:ext>
            </a:extLst>
          </p:cNvPr>
          <p:cNvSpPr/>
          <p:nvPr/>
        </p:nvSpPr>
        <p:spPr>
          <a:xfrm flipH="1">
            <a:off x="5384518" y="4692560"/>
            <a:ext cx="4580170" cy="603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1FB233-7447-1D72-BA9A-9DC05F2E08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6"/>
          <a:stretch/>
        </p:blipFill>
        <p:spPr>
          <a:xfrm>
            <a:off x="326584" y="3034366"/>
            <a:ext cx="4324612" cy="7861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EFDD0F2-7300-79AB-F911-F3EE4581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84" y="3978138"/>
            <a:ext cx="4357529" cy="6811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CBBB5C4-3B5F-884D-E3A1-C115B6369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84" y="4917184"/>
            <a:ext cx="4357529" cy="7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86661" y="1060362"/>
            <a:ext cx="7844926" cy="167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 色溫不準問題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校正完後，把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的值寫入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ADbroad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至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5400K(Y)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[20~22]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[24~26]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[28~30]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1FB233-7447-1D72-BA9A-9DC05F2E0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6"/>
          <a:stretch/>
        </p:blipFill>
        <p:spPr>
          <a:xfrm>
            <a:off x="326584" y="3034366"/>
            <a:ext cx="4324612" cy="7861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EFDD0F2-7300-79AB-F911-F3EE4581B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84" y="3978138"/>
            <a:ext cx="4357529" cy="6811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CBBB5C4-3B5F-884D-E3A1-C115B6369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84" y="4917184"/>
            <a:ext cx="4357529" cy="75738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668EEA3-83F0-E051-9936-3B7F8A44A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590" y="3050123"/>
            <a:ext cx="4118887" cy="7704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2AB82E6-5706-F5B0-599D-60A114691C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1590" y="4103102"/>
            <a:ext cx="4118887" cy="7259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16D4839-ACFD-4A3E-08E2-28AFE5A5B0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4518" y="5287787"/>
            <a:ext cx="4214753" cy="7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色溫正常，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offset=0.02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/>
        </p:nvGraphicFramePr>
        <p:xfrm>
          <a:off x="167641" y="2381794"/>
          <a:ext cx="4785359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5495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9538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 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5497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5500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5488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6685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9525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  <p:graphicFrame>
        <p:nvGraphicFramePr>
          <p:cNvPr id="4" name="表格 24">
            <a:extLst>
              <a:ext uri="{FF2B5EF4-FFF2-40B4-BE49-F238E27FC236}">
                <a16:creationId xmlns:a16="http://schemas.microsoft.com/office/drawing/2014/main" id="{9D2AAE05-80AC-E759-AE44-FF7B069FFB62}"/>
              </a:ext>
            </a:extLst>
          </p:cNvPr>
          <p:cNvGraphicFramePr>
            <a:graphicFrameLocks noGrp="1"/>
          </p:cNvGraphicFramePr>
          <p:nvPr/>
        </p:nvGraphicFramePr>
        <p:xfrm>
          <a:off x="5036820" y="2381794"/>
          <a:ext cx="4785359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DICOM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5447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6643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9530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52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版本更新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V0.12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按鍵在沒有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Ddebug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下停用。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D343A0B-BAF2-1942-78E3-69CC0A0F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31" y="1981152"/>
            <a:ext cx="8077200" cy="36733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624223D-746C-6376-BB94-6CD7F573F423}"/>
              </a:ext>
            </a:extLst>
          </p:cNvPr>
          <p:cNvSpPr/>
          <p:nvPr/>
        </p:nvSpPr>
        <p:spPr>
          <a:xfrm flipH="1">
            <a:off x="3693813" y="3087232"/>
            <a:ext cx="896294" cy="226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0C64C0-C8BF-5B49-8D19-73FAE2CE7EAA}"/>
              </a:ext>
            </a:extLst>
          </p:cNvPr>
          <p:cNvSpPr/>
          <p:nvPr/>
        </p:nvSpPr>
        <p:spPr>
          <a:xfrm flipH="1">
            <a:off x="1711104" y="1978085"/>
            <a:ext cx="677501" cy="226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99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1922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259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641856"/>
              </p:ext>
            </p:extLst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device tree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pinmux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後上機測試出現錯誤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tpm_tis_spi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Probe of SPI0.0 failed with error -110.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經過搜尋確定是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timeout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，實際情況需要用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 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TPM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28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硬體設計與公版相同，開機即可使用，但沒有原生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Jack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切換功能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監聽去切換音效通道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RTC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功能正常，可在斷電後持續記錄時間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實際測試後發現，無論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怎麼調整，在薄膜開關上的電壓都會異常，上拉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3V3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卻只能量到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1V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，因此無法正常觸發按鍵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NV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確認過腳位是可以被用於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GPIO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用途的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 &amp; RTC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0F2FED6-7BFD-4977-A126-590A3CC2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390" y="2044130"/>
            <a:ext cx="4475153" cy="290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5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jack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狀態讀取會失效，嘗試使用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alsa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重新初始化也沒用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懷疑是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ALC5640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在睡眠後斷電，在重開後沒有正確初始化導致的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建議先移除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選項避免問題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抓不到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HID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report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，正在排除問題</a:t>
            </a: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0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660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199339"/>
              </p:ext>
            </p:extLst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344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189836</TotalTime>
  <Words>1463</Words>
  <Application>Microsoft Office PowerPoint</Application>
  <PresentationFormat>A4 紙張 (210x297 公釐)</PresentationFormat>
  <Paragraphs>393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Noto Sans Symbols</vt:lpstr>
      <vt:lpstr>新細明體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上次進度：TPM</vt:lpstr>
      <vt:lpstr>上次進度：Audio &amp; RTC &amp; Membrane Key</vt:lpstr>
      <vt:lpstr>本次進度：Audio &amp; mem key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2223</cp:revision>
  <dcterms:created xsi:type="dcterms:W3CDTF">2003-02-17T16:04:03Z</dcterms:created>
  <dcterms:modified xsi:type="dcterms:W3CDTF">2026-04-21T06:11:57Z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