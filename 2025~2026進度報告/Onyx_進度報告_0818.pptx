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9"/>
  </p:notesMasterIdLst>
  <p:sldIdLst>
    <p:sldId id="277" r:id="rId2"/>
    <p:sldId id="1927" r:id="rId3"/>
    <p:sldId id="1930" r:id="rId4"/>
    <p:sldId id="1931" r:id="rId5"/>
    <p:sldId id="1926" r:id="rId6"/>
    <p:sldId id="1932" r:id="rId7"/>
    <p:sldId id="286" r:id="rId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/>
        </p14:section>
        <p14:section name="JS1500" id="{F71E69A4-C86C-4DAC-B828-42C2D8800267}">
          <p14:sldIdLst>
            <p14:sldId id="1927"/>
            <p14:sldId id="1930"/>
            <p14:sldId id="1931"/>
            <p14:sldId id="1926"/>
            <p14:sldId id="193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1" autoAdjust="0"/>
    <p:restoredTop sz="95185" autoAdjust="0"/>
  </p:normalViewPr>
  <p:slideViewPr>
    <p:cSldViewPr snapToGrid="0">
      <p:cViewPr varScale="1">
        <p:scale>
          <a:sx n="114" d="100"/>
          <a:sy n="114" d="100"/>
        </p:scale>
        <p:origin x="1380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0700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6759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3417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3645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5590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7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語音於單台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Jetson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即時轉成精確文字，自動補全醫療術語，全程離線執行。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核心目標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離線：單機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Jetson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執行，不依賴雲端與額外伺服器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精確：語意分析補全藥名、疾病等醫療術語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即時：分段出稿，邊講邊產出轉譯結果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輔助語音輸入</a:t>
            </a:r>
          </a:p>
        </p:txBody>
      </p:sp>
    </p:spTree>
    <p:extLst>
      <p:ext uri="{BB962C8B-B14F-4D97-AF65-F5344CB8AC3E}">
        <p14:creationId xmlns:p14="http://schemas.microsoft.com/office/powerpoint/2010/main" val="311787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語音→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ASR→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語意分析／潤詞→精確轉錄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·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術語補全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全流程單機離線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無雲端、無額外伺服器</a:t>
            </a: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醫療詞庫＋中英夾雜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藥名、疾病、檢驗值</a:t>
            </a:r>
            <a:endParaRPr lang="en-US" altLang="zh-TW" sz="1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系統架構、特性</a:t>
            </a:r>
          </a:p>
        </p:txBody>
      </p:sp>
    </p:spTree>
    <p:extLst>
      <p:ext uri="{BB962C8B-B14F-4D97-AF65-F5344CB8AC3E}">
        <p14:creationId xmlns:p14="http://schemas.microsoft.com/office/powerpoint/2010/main" val="185760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純轉譯：診間錄音自動成稿，作備忘與醫病溝通佐證，降低口頭紀錄爭議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語音輸入輔助：醫護以語音快速帶入文字欄位與衛教內容，減少打字負擔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電子資料串接：導入病歷相關資訊，由轉錄結果自動生成結構化草稿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衛教可讀版：口語衛教自動整理成病患易懂的書面版本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護理交接摘要：照護對話自動彙整成交接摘要，加速班次交接</a:t>
            </a: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外語即時翻譯：跨語言問診即時雙語顯示，輔助看診溝通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擴展方向</a:t>
            </a:r>
          </a:p>
        </p:txBody>
      </p:sp>
    </p:spTree>
    <p:extLst>
      <p:ext uri="{BB962C8B-B14F-4D97-AF65-F5344CB8AC3E}">
        <p14:creationId xmlns:p14="http://schemas.microsoft.com/office/powerpoint/2010/main" val="3645671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/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[multi-talker ASR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串流輸出文字與區間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產出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[00:10-00:15] &lt;</a:t>
                </a:r>
                <a:r>
                  <a:rPr lang="en-US" altLang="zh-TW" sz="1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Spk_A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&gt;: “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今天進補如何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...“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根據局部上下文，由小型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LLM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快速修正語句內容與術語替換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產出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“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今天進度如何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...“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截取原始音訊片段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截取片段原音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CAM++ / ECAPA-TDNN (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聲紋提取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算出一筆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Embedding </a:t>
                </a:r>
                <a:r>
                  <a:rPr lang="en-US" altLang="zh-TW" sz="1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embeded_voice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全域聲紋池比對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發現 </a:t>
                </a:r>
                <a:r>
                  <a:rPr lang="en-US" altLang="zh-TW" sz="1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embeded_voice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與全域「講者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」相似度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0.88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覆寫標籤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純文字替換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最終輸出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[00:10-00:15] &lt;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講者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1&gt; : "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今天進度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..."</a:t>
                </a:r>
              </a:p>
            </p:txBody>
          </p:sp>
        </mc:Choice>
        <mc:Fallback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blipFill>
                <a:blip r:embed="rId3"/>
                <a:stretch>
                  <a:fillRect l="-1113" t="-3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系統架構研究－即時部分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21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/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完整音訊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即時逐字稿草稿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全域聲紋分群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消除即時階段的跳號錯誤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針對重疊時段使用基於聲紋的條件式人聲提取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取得純淨音軌，用離線式高精確度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ASR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提取遺漏字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</a:t>
                </a:r>
                <a:r>
                  <a:rPr lang="en-US" altLang="zh-TW" sz="1400" dirty="0"/>
                  <a:t>Forced Alignment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 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基於音素嚴格對齊每個字的時間戳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 LLM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修正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└──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依據完整上下文修正專有名詞、口語贅字、重疊斷句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0800" indent="0"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後續擴展方向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</a:t>
                </a:r>
              </a:p>
            </p:txBody>
          </p:sp>
        </mc:Choice>
        <mc:Fallback xmlns="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14" y="1252449"/>
                <a:ext cx="9311086" cy="5390071"/>
              </a:xfrm>
              <a:prstGeom prst="rect">
                <a:avLst/>
              </a:prstGeom>
              <a:blipFill>
                <a:blip r:embed="rId3"/>
                <a:stretch>
                  <a:fillRect l="-1113" t="-3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系統架構研究－離線部分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95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229859</TotalTime>
  <Words>522</Words>
  <Application>Microsoft Office PowerPoint</Application>
  <PresentationFormat>A4 紙張 (210x297 公釐)</PresentationFormat>
  <Paragraphs>72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Noto Sans Symbols</vt:lpstr>
      <vt:lpstr>新細明體</vt:lpstr>
      <vt:lpstr>標楷體</vt:lpstr>
      <vt:lpstr>Arial</vt:lpstr>
      <vt:lpstr>Cambria Math</vt:lpstr>
      <vt:lpstr>Times New Roman</vt:lpstr>
      <vt:lpstr>template</vt:lpstr>
      <vt:lpstr>Progress Report</vt:lpstr>
      <vt:lpstr>AI輔助語音輸入</vt:lpstr>
      <vt:lpstr>系統架構、特性</vt:lpstr>
      <vt:lpstr>擴展方向</vt:lpstr>
      <vt:lpstr>本次進度：系統架構研究－即時部分</vt:lpstr>
      <vt:lpstr>本次進度：系統架構研究－離線部分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2282</cp:revision>
  <dcterms:created xsi:type="dcterms:W3CDTF">2003-02-17T16:04:03Z</dcterms:created>
  <dcterms:modified xsi:type="dcterms:W3CDTF">2026-08-18T06:26:23Z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