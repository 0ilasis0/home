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8"/>
  </p:notesMasterIdLst>
  <p:sldIdLst>
    <p:sldId id="277" r:id="rId2"/>
    <p:sldId id="1784" r:id="rId3"/>
    <p:sldId id="1921" r:id="rId4"/>
    <p:sldId id="1926" r:id="rId5"/>
    <p:sldId id="1923" r:id="rId6"/>
    <p:sldId id="1925" r:id="rId7"/>
    <p:sldId id="1922" r:id="rId8"/>
    <p:sldId id="1927" r:id="rId9"/>
    <p:sldId id="1928" r:id="rId10"/>
    <p:sldId id="1929" r:id="rId11"/>
    <p:sldId id="1783" r:id="rId12"/>
    <p:sldId id="1864" r:id="rId13"/>
    <p:sldId id="1865" r:id="rId14"/>
    <p:sldId id="1930" r:id="rId15"/>
    <p:sldId id="1931" r:id="rId16"/>
    <p:sldId id="1932" r:id="rId17"/>
    <p:sldId id="1933" r:id="rId18"/>
    <p:sldId id="1934" r:id="rId19"/>
    <p:sldId id="1935" r:id="rId20"/>
    <p:sldId id="1936" r:id="rId21"/>
    <p:sldId id="1937" r:id="rId22"/>
    <p:sldId id="1938" r:id="rId23"/>
    <p:sldId id="1858" r:id="rId24"/>
    <p:sldId id="1859" r:id="rId25"/>
    <p:sldId id="1939" r:id="rId26"/>
    <p:sldId id="286" r:id="rId27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921"/>
            <p14:sldId id="1926"/>
            <p14:sldId id="1923"/>
            <p14:sldId id="1925"/>
            <p14:sldId id="1922"/>
            <p14:sldId id="1927"/>
            <p14:sldId id="1928"/>
            <p14:sldId id="1929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930"/>
            <p14:sldId id="1931"/>
            <p14:sldId id="1932"/>
            <p14:sldId id="1933"/>
            <p14:sldId id="1934"/>
            <p14:sldId id="1935"/>
            <p14:sldId id="1936"/>
            <p14:sldId id="1937"/>
            <p14:sldId id="1938"/>
            <p14:sldId id="1858"/>
            <p14:sldId id="1859"/>
            <p14:sldId id="193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78545" autoAdjust="0"/>
  </p:normalViewPr>
  <p:slideViewPr>
    <p:cSldViewPr snapToGrid="0">
      <p:cViewPr varScale="1">
        <p:scale>
          <a:sx n="94" d="100"/>
          <a:sy n="94" d="100"/>
        </p:scale>
        <p:origin x="1998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an\moniter\Tool\0413_0424\Monitor_Factory_Tools\MonitorFactoryTool\bin\Debug\Gamma_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1"/>
          <c:order val="0"/>
          <c:tx>
            <c:v>Measure Data</c:v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FF"/>
              </a:solidFill>
              <a:ln w="9525">
                <a:solidFill>
                  <a:srgbClr val="0000FF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[Gamma_report.xlsx]DICOM!$F$22:$F$39</c:f>
              <c:numCache>
                <c:formatCode>0.0000_ </c:formatCode>
                <c:ptCount val="18"/>
                <c:pt idx="1">
                  <c:v>0.81707930987140176</c:v>
                </c:pt>
                <c:pt idx="2">
                  <c:v>0.66871404472511797</c:v>
                </c:pt>
                <c:pt idx="3">
                  <c:v>0.55214896687669401</c:v>
                </c:pt>
                <c:pt idx="4">
                  <c:v>0.47269969666329625</c:v>
                </c:pt>
                <c:pt idx="5">
                  <c:v>0.41768551593988001</c:v>
                </c:pt>
                <c:pt idx="6">
                  <c:v>0.37373890020612816</c:v>
                </c:pt>
                <c:pt idx="7">
                  <c:v>0.35121971700885929</c:v>
                </c:pt>
                <c:pt idx="8">
                  <c:v>0.3154775781549638</c:v>
                </c:pt>
                <c:pt idx="9">
                  <c:v>0.31837749447553332</c:v>
                </c:pt>
                <c:pt idx="10">
                  <c:v>0.29806063084627388</c:v>
                </c:pt>
                <c:pt idx="11">
                  <c:v>0.29043444128477747</c:v>
                </c:pt>
                <c:pt idx="12">
                  <c:v>0.27011981306044802</c:v>
                </c:pt>
                <c:pt idx="13">
                  <c:v>0.27216569792363232</c:v>
                </c:pt>
                <c:pt idx="14">
                  <c:v>0.26534959118021573</c:v>
                </c:pt>
                <c:pt idx="15">
                  <c:v>0.26215609154182817</c:v>
                </c:pt>
                <c:pt idx="16">
                  <c:v>0.2537878547114536</c:v>
                </c:pt>
                <c:pt idx="17">
                  <c:v>0.25042464089352573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D97-43AF-8D07-9D5C5C584199}"/>
            </c:ext>
          </c:extLst>
        </c:ser>
        <c:ser>
          <c:idx val="2"/>
          <c:order val="1"/>
          <c:tx>
            <c:v>-10% dL/L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[Gamma_report.xlsx]DICOM!$Q$22:$Q$39</c:f>
              <c:numCache>
                <c:formatCode>0.0000_ </c:formatCode>
                <c:ptCount val="18"/>
                <c:pt idx="1">
                  <c:v>0.76497597437266418</c:v>
                </c:pt>
                <c:pt idx="2">
                  <c:v>0.58850081956878086</c:v>
                </c:pt>
                <c:pt idx="3">
                  <c:v>0.48495661228740017</c:v>
                </c:pt>
                <c:pt idx="4">
                  <c:v>0.41792530074951179</c:v>
                </c:pt>
                <c:pt idx="5">
                  <c:v>0.37163331530557053</c:v>
                </c:pt>
                <c:pt idx="6">
                  <c:v>0.33817612562458865</c:v>
                </c:pt>
                <c:pt idx="7">
                  <c:v>0.31316482881271185</c:v>
                </c:pt>
                <c:pt idx="8">
                  <c:v>0.29399110528420686</c:v>
                </c:pt>
                <c:pt idx="9">
                  <c:v>0.27900209353298161</c:v>
                </c:pt>
                <c:pt idx="10">
                  <c:v>0.26710889300087443</c:v>
                </c:pt>
                <c:pt idx="11">
                  <c:v>0.25756186543839049</c:v>
                </c:pt>
                <c:pt idx="12">
                  <c:v>0.24983448047965134</c:v>
                </c:pt>
                <c:pt idx="13">
                  <c:v>0.24354205492475678</c:v>
                </c:pt>
                <c:pt idx="14">
                  <c:v>0.23839947468645351</c:v>
                </c:pt>
                <c:pt idx="15">
                  <c:v>0.23419120925681183</c:v>
                </c:pt>
                <c:pt idx="16">
                  <c:v>0.23074964808396439</c:v>
                </c:pt>
                <c:pt idx="17">
                  <c:v>0.22788171100303015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D97-43AF-8D07-9D5C5C584199}"/>
            </c:ext>
          </c:extLst>
        </c:ser>
        <c:ser>
          <c:idx val="0"/>
          <c:order val="2"/>
          <c:tx>
            <c:v>+10% dL/L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[Gamma_report.xlsx]DICOM!$R$22:$R$39</c:f>
              <c:numCache>
                <c:formatCode>0.0000_ </c:formatCode>
                <c:ptCount val="18"/>
                <c:pt idx="1">
                  <c:v>0.93497063534436742</c:v>
                </c:pt>
                <c:pt idx="2">
                  <c:v>0.71927877947295438</c:v>
                </c:pt>
                <c:pt idx="3">
                  <c:v>0.59272474835126687</c:v>
                </c:pt>
                <c:pt idx="4">
                  <c:v>0.51079758980495893</c:v>
                </c:pt>
                <c:pt idx="5">
                  <c:v>0.45421849648458623</c:v>
                </c:pt>
                <c:pt idx="6">
                  <c:v>0.41332637576338616</c:v>
                </c:pt>
                <c:pt idx="7">
                  <c:v>0.38275701299331449</c:v>
                </c:pt>
                <c:pt idx="8">
                  <c:v>0.35932246201403062</c:v>
                </c:pt>
                <c:pt idx="9">
                  <c:v>0.3410025587625331</c:v>
                </c:pt>
                <c:pt idx="10">
                  <c:v>0.32646642477884652</c:v>
                </c:pt>
                <c:pt idx="11">
                  <c:v>0.31479783553581064</c:v>
                </c:pt>
                <c:pt idx="12">
                  <c:v>0.30535325391957391</c:v>
                </c:pt>
                <c:pt idx="13">
                  <c:v>0.29766251157470275</c:v>
                </c:pt>
                <c:pt idx="14">
                  <c:v>0.29137713572788765</c:v>
                </c:pt>
                <c:pt idx="15">
                  <c:v>0.28623370020277006</c:v>
                </c:pt>
                <c:pt idx="16">
                  <c:v>0.28202734765817872</c:v>
                </c:pt>
                <c:pt idx="17">
                  <c:v>0.27852209122592575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D97-43AF-8D07-9D5C5C584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0764591"/>
        <c:axId val="770763343"/>
      </c:scatterChart>
      <c:valAx>
        <c:axId val="770764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70763343"/>
        <c:crosses val="autoZero"/>
        <c:crossBetween val="midCat"/>
      </c:valAx>
      <c:valAx>
        <c:axId val="770763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70764591"/>
        <c:crosses val="autoZero"/>
        <c:crossBetween val="midCat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774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495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620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6494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053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6670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9034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234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6894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3645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0666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231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4848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0889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2160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8682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8184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809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26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29664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45333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589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E6208EDB-FE1F-63DE-44DA-B9A5FCDA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2120524"/>
            <a:ext cx="8565616" cy="392831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3216924" y="2321885"/>
            <a:ext cx="936434" cy="333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51CDB0-84C1-3011-5182-18DD6029543B}"/>
              </a:ext>
            </a:extLst>
          </p:cNvPr>
          <p:cNvSpPr/>
          <p:nvPr/>
        </p:nvSpPr>
        <p:spPr>
          <a:xfrm flipH="1">
            <a:off x="6345715" y="2971066"/>
            <a:ext cx="978664" cy="2678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355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5E41D1-310C-D25C-4DDC-AFD8AAD7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718" y="2157183"/>
            <a:ext cx="4826282" cy="39810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5BFB852-D708-C59B-719E-5321CFE19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7183"/>
            <a:ext cx="5082031" cy="320803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4594032" y="2423369"/>
            <a:ext cx="485685" cy="1505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3FCFD-2F98-F64D-8BEE-422056D59526}"/>
              </a:ext>
            </a:extLst>
          </p:cNvPr>
          <p:cNvSpPr/>
          <p:nvPr/>
        </p:nvSpPr>
        <p:spPr>
          <a:xfrm flipH="1">
            <a:off x="9415018" y="2574935"/>
            <a:ext cx="485685" cy="17399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9E7AF-0B36-E59F-69FF-86C0B3BC8684}"/>
              </a:ext>
            </a:extLst>
          </p:cNvPr>
          <p:cNvSpPr/>
          <p:nvPr/>
        </p:nvSpPr>
        <p:spPr>
          <a:xfrm flipH="1">
            <a:off x="12905" y="4147707"/>
            <a:ext cx="5061516" cy="216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E445F-5D31-3DA6-C284-2DD2712DFDD6}"/>
              </a:ext>
            </a:extLst>
          </p:cNvPr>
          <p:cNvSpPr/>
          <p:nvPr/>
        </p:nvSpPr>
        <p:spPr>
          <a:xfrm flipH="1">
            <a:off x="5082031" y="4598702"/>
            <a:ext cx="4697252" cy="216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086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CB9A1FCF-7DE5-5DE7-30F7-EFFF31637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4"/>
          <a:stretch/>
        </p:blipFill>
        <p:spPr>
          <a:xfrm>
            <a:off x="490980" y="2212265"/>
            <a:ext cx="8221050" cy="407460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11A725-CB06-2F4C-6A9D-3060F192A4B4}"/>
              </a:ext>
            </a:extLst>
          </p:cNvPr>
          <p:cNvSpPr/>
          <p:nvPr/>
        </p:nvSpPr>
        <p:spPr>
          <a:xfrm flipH="1">
            <a:off x="801592" y="4206600"/>
            <a:ext cx="7885209" cy="233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C81155-BCEB-D572-7A49-79D3B68CA02A}"/>
              </a:ext>
            </a:extLst>
          </p:cNvPr>
          <p:cNvSpPr/>
          <p:nvPr/>
        </p:nvSpPr>
        <p:spPr>
          <a:xfrm flipH="1">
            <a:off x="702439" y="2212265"/>
            <a:ext cx="7494110" cy="244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6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左邊的是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、右邊是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2.6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00000000-0008-0000-05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5569846"/>
              </p:ext>
            </p:extLst>
          </p:nvPr>
        </p:nvGraphicFramePr>
        <p:xfrm>
          <a:off x="228366" y="2371774"/>
          <a:ext cx="4563971" cy="3714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7" name="圖片 16">
            <a:extLst>
              <a:ext uri="{FF2B5EF4-FFF2-40B4-BE49-F238E27FC236}">
                <a16:creationId xmlns:a16="http://schemas.microsoft.com/office/drawing/2014/main" id="{86FD057E-0147-EBE9-CB7E-EFF88B825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459019"/>
            <a:ext cx="4748546" cy="350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67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量測亮度數據浮動（不穩定）問題。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動態調整當量測亮度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&gt;120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TargetLCDTime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&lt;120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TargetLCDTime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0.02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E1B39E-0479-0671-4CC2-E5B59CD41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41" y="1956813"/>
            <a:ext cx="7213741" cy="268128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5701232" y="2733502"/>
            <a:ext cx="589399" cy="1904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B5AA9523-28BA-828E-DB78-1C30E7D38339}"/>
              </a:ext>
            </a:extLst>
          </p:cNvPr>
          <p:cNvSpPr/>
          <p:nvPr/>
        </p:nvSpPr>
        <p:spPr>
          <a:xfrm>
            <a:off x="3211417" y="3305719"/>
            <a:ext cx="683046" cy="76016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CCE3CB5-6800-D1F6-EBCD-CDC3E0A8D5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377"/>
          <a:stretch/>
        </p:blipFill>
        <p:spPr>
          <a:xfrm>
            <a:off x="6381522" y="3919189"/>
            <a:ext cx="3553321" cy="24818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95588E4-6CF0-D6ED-0B16-E2C5D2BE0CB3}"/>
              </a:ext>
            </a:extLst>
          </p:cNvPr>
          <p:cNvSpPr/>
          <p:nvPr/>
        </p:nvSpPr>
        <p:spPr>
          <a:xfrm flipH="1">
            <a:off x="6381520" y="5211949"/>
            <a:ext cx="3524479" cy="12880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2C624BA-1567-7C05-B6DB-96D04F65F86F}"/>
              </a:ext>
            </a:extLst>
          </p:cNvPr>
          <p:cNvSpPr txBox="1"/>
          <p:nvPr/>
        </p:nvSpPr>
        <p:spPr>
          <a:xfrm>
            <a:off x="3205909" y="2958902"/>
            <a:ext cx="688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After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02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 </a:t>
            </a:r>
            <a:r>
              <a:rPr lang="ja-JP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從原本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EEPROM</a:t>
            </a:r>
            <a:r>
              <a:rPr lang="ja-JP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→ </a:t>
            </a:r>
            <a:r>
              <a:rPr lang="en-US" altLang="ja-JP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上新增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GammaErase_i1display()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46D88FC-8A1C-65EA-7B09-3EDE2D40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87" y="2543074"/>
            <a:ext cx="6258798" cy="119093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95588E4-6CF0-D6ED-0B16-E2C5D2BE0CB3}"/>
              </a:ext>
            </a:extLst>
          </p:cNvPr>
          <p:cNvSpPr/>
          <p:nvPr/>
        </p:nvSpPr>
        <p:spPr>
          <a:xfrm flipH="1">
            <a:off x="1389937" y="3163336"/>
            <a:ext cx="5659043" cy="523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6AC79826-93CE-D471-5125-9D158F8DE9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3" t="4122" r="2199" b="3242"/>
          <a:stretch/>
        </p:blipFill>
        <p:spPr>
          <a:xfrm>
            <a:off x="5847254" y="904761"/>
            <a:ext cx="3968078" cy="163831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324CB45-0BBA-4EC0-A560-8FAA7FA4F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99" y="3980261"/>
            <a:ext cx="4319376" cy="1679758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CBFC5C0-8B5E-FD2B-DFD0-397B8E7B07DF}"/>
              </a:ext>
            </a:extLst>
          </p:cNvPr>
          <p:cNvSpPr/>
          <p:nvPr/>
        </p:nvSpPr>
        <p:spPr>
          <a:xfrm flipH="1">
            <a:off x="1084197" y="5150734"/>
            <a:ext cx="3476227" cy="208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624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 </a:t>
            </a:r>
            <a:r>
              <a:rPr lang="ja-JP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第一步會先做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NativeRGB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，存成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給之後校正使用。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前會先做一次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GammaErase_i1display()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，確保目前的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sector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0xFF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C7ECC38B-027D-962E-7536-0EC573BF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072" y="2368768"/>
            <a:ext cx="1958253" cy="4026933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9937FCC-D627-D842-696B-6408B527D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0" y="2411027"/>
            <a:ext cx="4740777" cy="3942417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FC2D336D-555B-4BDE-9409-BB04AF321DE5}"/>
              </a:ext>
            </a:extLst>
          </p:cNvPr>
          <p:cNvSpPr/>
          <p:nvPr/>
        </p:nvSpPr>
        <p:spPr>
          <a:xfrm flipH="1">
            <a:off x="505675" y="2666656"/>
            <a:ext cx="4726081" cy="1715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DABBFA-1C00-8B67-8D31-7534D263C9B9}"/>
              </a:ext>
            </a:extLst>
          </p:cNvPr>
          <p:cNvSpPr/>
          <p:nvPr/>
        </p:nvSpPr>
        <p:spPr>
          <a:xfrm flipH="1">
            <a:off x="7442071" y="2391143"/>
            <a:ext cx="1690354" cy="579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5ECD491-F0AC-0E5F-9474-908ADC67BFF0}"/>
              </a:ext>
            </a:extLst>
          </p:cNvPr>
          <p:cNvSpPr/>
          <p:nvPr/>
        </p:nvSpPr>
        <p:spPr>
          <a:xfrm flipH="1">
            <a:off x="7442071" y="5995686"/>
            <a:ext cx="1817676" cy="422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845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94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 </a:t>
            </a:r>
            <a:r>
              <a:rPr lang="ja-JP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開始校正時，一樣先量測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點灰階、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Vector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。將量測結果存入陣列裡面。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量測結束後執行一次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GammaErase_i1display()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讀回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NativeRGB.txt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點灰階、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Color Vector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全部寫入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Adbroad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19937FCC-D627-D842-696B-6408B527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0" y="3084810"/>
            <a:ext cx="3930549" cy="326863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FC2D336D-555B-4BDE-9409-BB04AF321DE5}"/>
              </a:ext>
            </a:extLst>
          </p:cNvPr>
          <p:cNvSpPr/>
          <p:nvPr/>
        </p:nvSpPr>
        <p:spPr>
          <a:xfrm flipH="1">
            <a:off x="476284" y="3287210"/>
            <a:ext cx="3829498" cy="15162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E423B7-A0E8-653F-FE09-E8EE65AF6340}"/>
              </a:ext>
            </a:extLst>
          </p:cNvPr>
          <p:cNvSpPr/>
          <p:nvPr/>
        </p:nvSpPr>
        <p:spPr>
          <a:xfrm flipH="1">
            <a:off x="476284" y="4732116"/>
            <a:ext cx="3829498" cy="15162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A930A5-769E-1097-9A11-CE5942939A91}"/>
              </a:ext>
            </a:extLst>
          </p:cNvPr>
          <p:cNvSpPr/>
          <p:nvPr/>
        </p:nvSpPr>
        <p:spPr>
          <a:xfrm flipH="1">
            <a:off x="539750" y="5028388"/>
            <a:ext cx="3714750" cy="197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3A56AA-872E-9FBD-7F38-BF720B4C3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962" y="3084810"/>
            <a:ext cx="438211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5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5739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939589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663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585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根本沒修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DCB tool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壞了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Multi-Instance GPU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不太正常？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issue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6B2F54-69AD-41E3-B92F-726FFA753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01" y="4177185"/>
            <a:ext cx="5000000" cy="79047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436C8DB-0AF7-47F9-BFD1-9DD9F0EAEF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314"/>
          <a:stretch/>
        </p:blipFill>
        <p:spPr>
          <a:xfrm>
            <a:off x="0" y="1776554"/>
            <a:ext cx="9906000" cy="18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18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89EAB1-53DD-4C21-876C-6F3EA341D938}"/>
              </a:ext>
            </a:extLst>
          </p:cNvPr>
          <p:cNvSpPr/>
          <p:nvPr/>
        </p:nvSpPr>
        <p:spPr>
          <a:xfrm>
            <a:off x="254233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056B3D-3D96-464A-9C0D-85D29BA84809}"/>
              </a:ext>
            </a:extLst>
          </p:cNvPr>
          <p:cNvSpPr/>
          <p:nvPr/>
        </p:nvSpPr>
        <p:spPr>
          <a:xfrm>
            <a:off x="3426386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4CBD2D0-71D0-4654-A523-D9139D97048E}"/>
              </a:ext>
            </a:extLst>
          </p:cNvPr>
          <p:cNvSpPr/>
          <p:nvPr/>
        </p:nvSpPr>
        <p:spPr>
          <a:xfrm>
            <a:off x="3426387" y="5261761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SC400N1 M2 AIO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A1F0B7DB-39BA-47B5-88C7-1C81B1F9E237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1871366" y="4330427"/>
            <a:ext cx="15550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9BAD120-4A92-4830-B0E4-3A92E7EA61D2}"/>
              </a:ext>
            </a:extLst>
          </p:cNvPr>
          <p:cNvSpPr txBox="1"/>
          <p:nvPr/>
        </p:nvSpPr>
        <p:spPr>
          <a:xfrm>
            <a:off x="2364381" y="394152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8FBDBF0-9678-4E48-85C0-5B2117D914BA}"/>
              </a:ext>
            </a:extLst>
          </p:cNvPr>
          <p:cNvSpPr txBox="1"/>
          <p:nvPr/>
        </p:nvSpPr>
        <p:spPr>
          <a:xfrm>
            <a:off x="1657770" y="532918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A40CAD58-67AC-4173-B8FD-2B8BE82C2F6F}"/>
              </a:ext>
            </a:extLst>
          </p:cNvPr>
          <p:cNvCxnSpPr>
            <a:cxnSpLocks/>
            <a:stCxn id="32" idx="2"/>
            <a:endCxn id="34" idx="1"/>
          </p:cNvCxnSpPr>
          <p:nvPr/>
        </p:nvCxnSpPr>
        <p:spPr>
          <a:xfrm rot="16200000" flipH="1">
            <a:off x="1673093" y="4050333"/>
            <a:ext cx="1143000" cy="2363587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1A61E1-BBB1-40A5-BC3A-F7134BE4F15E}"/>
              </a:ext>
            </a:extLst>
          </p:cNvPr>
          <p:cNvSpPr txBox="1"/>
          <p:nvPr/>
        </p:nvSpPr>
        <p:spPr>
          <a:xfrm>
            <a:off x="527075" y="461623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265B857-228B-4ABA-A8A4-0280A9A2B0C0}"/>
              </a:ext>
            </a:extLst>
          </p:cNvPr>
          <p:cNvSpPr txBox="1"/>
          <p:nvPr/>
        </p:nvSpPr>
        <p:spPr>
          <a:xfrm>
            <a:off x="1809254" y="439320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29F8725-301E-45A4-8E58-88F67F331B94}"/>
              </a:ext>
            </a:extLst>
          </p:cNvPr>
          <p:cNvSpPr txBox="1"/>
          <p:nvPr/>
        </p:nvSpPr>
        <p:spPr>
          <a:xfrm>
            <a:off x="3034932" y="43932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D98E3BB-0AD2-4826-950D-68C0CB8AE401}"/>
              </a:ext>
            </a:extLst>
          </p:cNvPr>
          <p:cNvSpPr txBox="1"/>
          <p:nvPr/>
        </p:nvSpPr>
        <p:spPr>
          <a:xfrm>
            <a:off x="3034932" y="58863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D2D9CF9-34B9-4B00-AD42-DDF7DF60E6A7}"/>
              </a:ext>
            </a:extLst>
          </p:cNvPr>
          <p:cNvCxnSpPr>
            <a:cxnSpLocks/>
            <a:stCxn id="34" idx="3"/>
            <a:endCxn id="44" idx="1"/>
          </p:cNvCxnSpPr>
          <p:nvPr/>
        </p:nvCxnSpPr>
        <p:spPr>
          <a:xfrm flipV="1">
            <a:off x="5452768" y="5803626"/>
            <a:ext cx="192478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C2027C6D-F931-4352-AAF1-1A1F8CFE5F02}"/>
              </a:ext>
            </a:extLst>
          </p:cNvPr>
          <p:cNvSpPr/>
          <p:nvPr/>
        </p:nvSpPr>
        <p:spPr>
          <a:xfrm>
            <a:off x="7377548" y="5473426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08B5DC-0537-4DB8-A806-ECEE6CF9E82B}"/>
              </a:ext>
            </a:extLst>
          </p:cNvPr>
          <p:cNvSpPr txBox="1"/>
          <p:nvPr/>
        </p:nvSpPr>
        <p:spPr>
          <a:xfrm>
            <a:off x="5995812" y="532231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00ECCB9-0F1B-4E9E-9B6F-7743D29F9996}"/>
              </a:ext>
            </a:extLst>
          </p:cNvPr>
          <p:cNvSpPr txBox="1"/>
          <p:nvPr/>
        </p:nvSpPr>
        <p:spPr>
          <a:xfrm>
            <a:off x="6966314" y="58913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E5B8FF4-632A-44C9-8D8A-12E273F2BE6C}"/>
              </a:ext>
            </a:extLst>
          </p:cNvPr>
          <p:cNvSpPr txBox="1"/>
          <p:nvPr/>
        </p:nvSpPr>
        <p:spPr>
          <a:xfrm>
            <a:off x="5449204" y="588638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07E8B5BC-9F0E-4A42-91EB-49E14152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75" y="2186356"/>
            <a:ext cx="5630335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SC400N1 M2 AIO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50ms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D0629A58-99CA-4C3B-BB0A-335092ECF8AD}"/>
              </a:ext>
            </a:extLst>
          </p:cNvPr>
          <p:cNvGrpSpPr/>
          <p:nvPr/>
        </p:nvGrpSpPr>
        <p:grpSpPr>
          <a:xfrm>
            <a:off x="7592901" y="960787"/>
            <a:ext cx="2057687" cy="3143689"/>
            <a:chOff x="9952423" y="941955"/>
            <a:chExt cx="2057687" cy="3143689"/>
          </a:xfrm>
        </p:grpSpPr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55A11A5-8E7F-47E5-87AA-E2F3CC92A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52423" y="941955"/>
              <a:ext cx="2057687" cy="31436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88828F0-6E9B-4D59-95DF-6C515DE7DC84}"/>
                </a:ext>
              </a:extLst>
            </p:cNvPr>
            <p:cNvSpPr/>
            <p:nvPr/>
          </p:nvSpPr>
          <p:spPr>
            <a:xfrm>
              <a:off x="9952423" y="1143000"/>
              <a:ext cx="1807777" cy="237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53" name="圖片 52">
            <a:extLst>
              <a:ext uri="{FF2B5EF4-FFF2-40B4-BE49-F238E27FC236}">
                <a16:creationId xmlns:a16="http://schemas.microsoft.com/office/drawing/2014/main" id="{55D0C167-6FBE-406F-BD3C-B43DAA9467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9505"/>
          <a:stretch/>
        </p:blipFill>
        <p:spPr>
          <a:xfrm>
            <a:off x="527075" y="1589719"/>
            <a:ext cx="5630335" cy="466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4" name="文字方塊 53">
            <a:extLst>
              <a:ext uri="{FF2B5EF4-FFF2-40B4-BE49-F238E27FC236}">
                <a16:creationId xmlns:a16="http://schemas.microsoft.com/office/drawing/2014/main" id="{E0348AE2-9603-4514-BFED-B3EFDD2EAE96}"/>
              </a:ext>
            </a:extLst>
          </p:cNvPr>
          <p:cNvSpPr txBox="1"/>
          <p:nvPr/>
        </p:nvSpPr>
        <p:spPr>
          <a:xfrm>
            <a:off x="3995949" y="464281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C74881BD-DF8F-4D6D-80D2-9BBBDCC250A9}"/>
              </a:ext>
            </a:extLst>
          </p:cNvPr>
          <p:cNvSpPr txBox="1"/>
          <p:nvPr/>
        </p:nvSpPr>
        <p:spPr>
          <a:xfrm>
            <a:off x="7946305" y="60710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85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07E8B5BC-9F0E-4A42-91EB-49E14152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75" y="2186356"/>
            <a:ext cx="5630335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SC400N1 M2 AIO 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50ms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55D0C167-6FBE-406F-BD3C-B43DAA9467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505"/>
          <a:stretch/>
        </p:blipFill>
        <p:spPr>
          <a:xfrm>
            <a:off x="527075" y="1589719"/>
            <a:ext cx="5630335" cy="466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30FC9BB-2152-4CF3-92FE-28E3506D022F}"/>
              </a:ext>
            </a:extLst>
          </p:cNvPr>
          <p:cNvSpPr/>
          <p:nvPr/>
        </p:nvSpPr>
        <p:spPr>
          <a:xfrm>
            <a:off x="285512" y="41590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DD74D3-B82A-4987-933E-1E66FE28BCB8}"/>
              </a:ext>
            </a:extLst>
          </p:cNvPr>
          <p:cNvSpPr/>
          <p:nvPr/>
        </p:nvSpPr>
        <p:spPr>
          <a:xfrm>
            <a:off x="2863160" y="4149523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4E9BFC-1E65-4041-86DA-A76C7A08EA21}"/>
              </a:ext>
            </a:extLst>
          </p:cNvPr>
          <p:cNvSpPr/>
          <p:nvPr/>
        </p:nvSpPr>
        <p:spPr>
          <a:xfrm>
            <a:off x="3302864" y="5470082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SC400N1 M2 AIO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684B7E0-22E4-4501-B88D-E4CA5C52444E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1902645" y="4479723"/>
            <a:ext cx="960515" cy="95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9FD72B74-1FED-42CE-BAA3-068AEC6E7D41}"/>
              </a:ext>
            </a:extLst>
          </p:cNvPr>
          <p:cNvSpPr txBox="1"/>
          <p:nvPr/>
        </p:nvSpPr>
        <p:spPr>
          <a:xfrm>
            <a:off x="2106086" y="411763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A64A2B0-D771-40A3-9D90-005DE8BDAC96}"/>
              </a:ext>
            </a:extLst>
          </p:cNvPr>
          <p:cNvSpPr txBox="1"/>
          <p:nvPr/>
        </p:nvSpPr>
        <p:spPr>
          <a:xfrm>
            <a:off x="319475" y="505112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接點: 肘形 58">
            <a:extLst>
              <a:ext uri="{FF2B5EF4-FFF2-40B4-BE49-F238E27FC236}">
                <a16:creationId xmlns:a16="http://schemas.microsoft.com/office/drawing/2014/main" id="{EB2F1ACC-1A68-4B33-87D4-A2FE83A65DCE}"/>
              </a:ext>
            </a:extLst>
          </p:cNvPr>
          <p:cNvCxnSpPr>
            <a:cxnSpLocks/>
            <a:stCxn id="28" idx="2"/>
            <a:endCxn id="69" idx="0"/>
          </p:cNvCxnSpPr>
          <p:nvPr/>
        </p:nvCxnSpPr>
        <p:spPr>
          <a:xfrm>
            <a:off x="1094079" y="4819427"/>
            <a:ext cx="0" cy="8576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C17E23DB-2E06-44DA-86C7-D7A13BB0E642}"/>
              </a:ext>
            </a:extLst>
          </p:cNvPr>
          <p:cNvSpPr txBox="1"/>
          <p:nvPr/>
        </p:nvSpPr>
        <p:spPr>
          <a:xfrm>
            <a:off x="521187" y="478936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256338C-D5E4-4499-AF2D-E5F79EB36EA0}"/>
              </a:ext>
            </a:extLst>
          </p:cNvPr>
          <p:cNvSpPr txBox="1"/>
          <p:nvPr/>
        </p:nvSpPr>
        <p:spPr>
          <a:xfrm>
            <a:off x="1834421" y="45570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1E4BCC0-CBE7-4B5A-8FA2-90034160CBB3}"/>
              </a:ext>
            </a:extLst>
          </p:cNvPr>
          <p:cNvSpPr txBox="1"/>
          <p:nvPr/>
        </p:nvSpPr>
        <p:spPr>
          <a:xfrm>
            <a:off x="2471706" y="454250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2F53D51F-415D-438A-9DBF-C04276681E76}"/>
              </a:ext>
            </a:extLst>
          </p:cNvPr>
          <p:cNvSpPr txBox="1"/>
          <p:nvPr/>
        </p:nvSpPr>
        <p:spPr>
          <a:xfrm>
            <a:off x="589817" y="53357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BB216FFD-699E-45E0-AFBD-CCC8F17DDA99}"/>
              </a:ext>
            </a:extLst>
          </p:cNvPr>
          <p:cNvCxnSpPr>
            <a:cxnSpLocks/>
            <a:stCxn id="30" idx="3"/>
            <a:endCxn id="65" idx="1"/>
          </p:cNvCxnSpPr>
          <p:nvPr/>
        </p:nvCxnSpPr>
        <p:spPr>
          <a:xfrm>
            <a:off x="5329245" y="6011948"/>
            <a:ext cx="157992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DF2B5F5C-E57B-4E69-96DF-72FFF274385C}"/>
              </a:ext>
            </a:extLst>
          </p:cNvPr>
          <p:cNvSpPr/>
          <p:nvPr/>
        </p:nvSpPr>
        <p:spPr>
          <a:xfrm>
            <a:off x="6909169" y="5681748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5619DF58-F578-47D9-BEA8-A4D86020C839}"/>
              </a:ext>
            </a:extLst>
          </p:cNvPr>
          <p:cNvSpPr txBox="1"/>
          <p:nvPr/>
        </p:nvSpPr>
        <p:spPr>
          <a:xfrm>
            <a:off x="5699861" y="55954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9630BC29-7778-4637-B8CA-90E5DB1CEC3F}"/>
              </a:ext>
            </a:extLst>
          </p:cNvPr>
          <p:cNvSpPr txBox="1"/>
          <p:nvPr/>
        </p:nvSpPr>
        <p:spPr>
          <a:xfrm>
            <a:off x="6480847" y="605908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DFF1208-F266-4E13-BB55-8ED1149B3A92}"/>
              </a:ext>
            </a:extLst>
          </p:cNvPr>
          <p:cNvSpPr txBox="1"/>
          <p:nvPr/>
        </p:nvSpPr>
        <p:spPr>
          <a:xfrm>
            <a:off x="5329245" y="60590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AB44793-AD87-4AA3-95B1-1FC58DB22AF7}"/>
              </a:ext>
            </a:extLst>
          </p:cNvPr>
          <p:cNvSpPr/>
          <p:nvPr/>
        </p:nvSpPr>
        <p:spPr>
          <a:xfrm>
            <a:off x="285512" y="5677049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 to SDI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FC03666-7735-492B-8B94-450B061DA116}"/>
              </a:ext>
            </a:extLst>
          </p:cNvPr>
          <p:cNvCxnSpPr>
            <a:cxnSpLocks/>
            <a:stCxn id="69" idx="3"/>
            <a:endCxn id="30" idx="1"/>
          </p:cNvCxnSpPr>
          <p:nvPr/>
        </p:nvCxnSpPr>
        <p:spPr>
          <a:xfrm>
            <a:off x="1902645" y="6007249"/>
            <a:ext cx="1400219" cy="46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A0075499-066E-4004-9D20-5F62D6813EDC}"/>
              </a:ext>
            </a:extLst>
          </p:cNvPr>
          <p:cNvSpPr txBox="1"/>
          <p:nvPr/>
        </p:nvSpPr>
        <p:spPr>
          <a:xfrm>
            <a:off x="2281136" y="562305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4DB4C13-992D-4245-B4B7-72D25FFBCA5E}"/>
              </a:ext>
            </a:extLst>
          </p:cNvPr>
          <p:cNvSpPr txBox="1"/>
          <p:nvPr/>
        </p:nvSpPr>
        <p:spPr>
          <a:xfrm>
            <a:off x="2940733" y="606187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F8AA428-41CE-451F-B3A3-6AD1755711BC}"/>
              </a:ext>
            </a:extLst>
          </p:cNvPr>
          <p:cNvSpPr txBox="1"/>
          <p:nvPr/>
        </p:nvSpPr>
        <p:spPr>
          <a:xfrm>
            <a:off x="1882909" y="610508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C3B7EEE-BA30-41E5-9EB3-01F1F0D0825A}"/>
              </a:ext>
            </a:extLst>
          </p:cNvPr>
          <p:cNvSpPr txBox="1"/>
          <p:nvPr/>
        </p:nvSpPr>
        <p:spPr>
          <a:xfrm>
            <a:off x="1277453" y="637920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2F3C4ED9-9E4C-4C28-A422-959446E8A2B5}"/>
              </a:ext>
            </a:extLst>
          </p:cNvPr>
          <p:cNvSpPr txBox="1"/>
          <p:nvPr/>
        </p:nvSpPr>
        <p:spPr>
          <a:xfrm>
            <a:off x="3477593" y="48099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EB4B266F-C526-425D-BA0F-9A088FD85C05}"/>
              </a:ext>
            </a:extLst>
          </p:cNvPr>
          <p:cNvSpPr txBox="1"/>
          <p:nvPr/>
        </p:nvSpPr>
        <p:spPr>
          <a:xfrm>
            <a:off x="8114871" y="63792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F7A092F8-22A7-41F2-B8D2-A26C6DE43EF1}"/>
              </a:ext>
            </a:extLst>
          </p:cNvPr>
          <p:cNvGrpSpPr/>
          <p:nvPr/>
        </p:nvGrpSpPr>
        <p:grpSpPr>
          <a:xfrm>
            <a:off x="7502221" y="1147102"/>
            <a:ext cx="2048161" cy="2057687"/>
            <a:chOff x="9864439" y="942078"/>
            <a:chExt cx="2048161" cy="2057687"/>
          </a:xfrm>
        </p:grpSpPr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EA6781F8-DBEA-48AF-9781-67D363825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4439" y="942078"/>
              <a:ext cx="2048161" cy="20576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AA3CB3ED-484C-48D3-846B-9D8D4832A3A3}"/>
                </a:ext>
              </a:extLst>
            </p:cNvPr>
            <p:cNvSpPr/>
            <p:nvPr/>
          </p:nvSpPr>
          <p:spPr>
            <a:xfrm>
              <a:off x="9864439" y="1195590"/>
              <a:ext cx="1807777" cy="237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78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群組 30">
            <a:extLst>
              <a:ext uri="{FF2B5EF4-FFF2-40B4-BE49-F238E27FC236}">
                <a16:creationId xmlns:a16="http://schemas.microsoft.com/office/drawing/2014/main" id="{C60A3E84-1928-4063-848A-08D3188F6BDA}"/>
              </a:ext>
            </a:extLst>
          </p:cNvPr>
          <p:cNvGrpSpPr/>
          <p:nvPr/>
        </p:nvGrpSpPr>
        <p:grpSpPr>
          <a:xfrm>
            <a:off x="7097441" y="853128"/>
            <a:ext cx="2656964" cy="3909411"/>
            <a:chOff x="9225257" y="1531259"/>
            <a:chExt cx="2553056" cy="4171349"/>
          </a:xfrm>
        </p:grpSpPr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B6355118-369F-4DE5-8201-78CF5EFA22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3833"/>
            <a:stretch/>
          </p:blipFill>
          <p:spPr>
            <a:xfrm>
              <a:off x="9225257" y="1531259"/>
              <a:ext cx="2553056" cy="2505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FBBAFD4D-459C-4691-BF75-266A78DBD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25257" y="1768234"/>
              <a:ext cx="2553056" cy="39343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C9F21F50-DBF1-4971-9E41-539CB82520A6}"/>
              </a:ext>
            </a:extLst>
          </p:cNvPr>
          <p:cNvSpPr/>
          <p:nvPr/>
        </p:nvSpPr>
        <p:spPr>
          <a:xfrm>
            <a:off x="7079808" y="1267348"/>
            <a:ext cx="2656964" cy="222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89EAB1-53DD-4C21-876C-6F3EA341D938}"/>
              </a:ext>
            </a:extLst>
          </p:cNvPr>
          <p:cNvSpPr/>
          <p:nvPr/>
        </p:nvSpPr>
        <p:spPr>
          <a:xfrm>
            <a:off x="254233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056B3D-3D96-464A-9C0D-85D29BA84809}"/>
              </a:ext>
            </a:extLst>
          </p:cNvPr>
          <p:cNvSpPr/>
          <p:nvPr/>
        </p:nvSpPr>
        <p:spPr>
          <a:xfrm>
            <a:off x="3426386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4CBD2D0-71D0-4654-A523-D9139D97048E}"/>
              </a:ext>
            </a:extLst>
          </p:cNvPr>
          <p:cNvSpPr/>
          <p:nvPr/>
        </p:nvSpPr>
        <p:spPr>
          <a:xfrm>
            <a:off x="3426387" y="5261761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HDMI 2.0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A1F0B7DB-39BA-47B5-88C7-1C81B1F9E237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1871366" y="4330427"/>
            <a:ext cx="15550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9BAD120-4A92-4830-B0E4-3A92E7EA61D2}"/>
              </a:ext>
            </a:extLst>
          </p:cNvPr>
          <p:cNvSpPr txBox="1"/>
          <p:nvPr/>
        </p:nvSpPr>
        <p:spPr>
          <a:xfrm>
            <a:off x="2364381" y="394152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8FBDBF0-9678-4E48-85C0-5B2117D914BA}"/>
              </a:ext>
            </a:extLst>
          </p:cNvPr>
          <p:cNvSpPr txBox="1"/>
          <p:nvPr/>
        </p:nvSpPr>
        <p:spPr>
          <a:xfrm>
            <a:off x="1657770" y="532918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A40CAD58-67AC-4173-B8FD-2B8BE82C2F6F}"/>
              </a:ext>
            </a:extLst>
          </p:cNvPr>
          <p:cNvCxnSpPr>
            <a:cxnSpLocks/>
            <a:stCxn id="32" idx="2"/>
            <a:endCxn id="34" idx="1"/>
          </p:cNvCxnSpPr>
          <p:nvPr/>
        </p:nvCxnSpPr>
        <p:spPr>
          <a:xfrm rot="16200000" flipH="1">
            <a:off x="1673093" y="4050333"/>
            <a:ext cx="1143000" cy="2363587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1A61E1-BBB1-40A5-BC3A-F7134BE4F15E}"/>
              </a:ext>
            </a:extLst>
          </p:cNvPr>
          <p:cNvSpPr txBox="1"/>
          <p:nvPr/>
        </p:nvSpPr>
        <p:spPr>
          <a:xfrm>
            <a:off x="527075" y="461623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265B857-228B-4ABA-A8A4-0280A9A2B0C0}"/>
              </a:ext>
            </a:extLst>
          </p:cNvPr>
          <p:cNvSpPr txBox="1"/>
          <p:nvPr/>
        </p:nvSpPr>
        <p:spPr>
          <a:xfrm>
            <a:off x="1809254" y="439320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29F8725-301E-45A4-8E58-88F67F331B94}"/>
              </a:ext>
            </a:extLst>
          </p:cNvPr>
          <p:cNvSpPr txBox="1"/>
          <p:nvPr/>
        </p:nvSpPr>
        <p:spPr>
          <a:xfrm>
            <a:off x="3034932" y="43932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D98E3BB-0AD2-4826-950D-68C0CB8AE401}"/>
              </a:ext>
            </a:extLst>
          </p:cNvPr>
          <p:cNvSpPr txBox="1"/>
          <p:nvPr/>
        </p:nvSpPr>
        <p:spPr>
          <a:xfrm>
            <a:off x="3034932" y="58863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D2D9CF9-34B9-4B00-AD42-DDF7DF60E6A7}"/>
              </a:ext>
            </a:extLst>
          </p:cNvPr>
          <p:cNvCxnSpPr>
            <a:cxnSpLocks/>
            <a:stCxn id="34" idx="3"/>
            <a:endCxn id="44" idx="1"/>
          </p:cNvCxnSpPr>
          <p:nvPr/>
        </p:nvCxnSpPr>
        <p:spPr>
          <a:xfrm flipV="1">
            <a:off x="5452768" y="5803626"/>
            <a:ext cx="192478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C2027C6D-F931-4352-AAF1-1A1F8CFE5F02}"/>
              </a:ext>
            </a:extLst>
          </p:cNvPr>
          <p:cNvSpPr/>
          <p:nvPr/>
        </p:nvSpPr>
        <p:spPr>
          <a:xfrm>
            <a:off x="7377548" y="5473426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08B5DC-0537-4DB8-A806-ECEE6CF9E82B}"/>
              </a:ext>
            </a:extLst>
          </p:cNvPr>
          <p:cNvSpPr txBox="1"/>
          <p:nvPr/>
        </p:nvSpPr>
        <p:spPr>
          <a:xfrm>
            <a:off x="5995812" y="532231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00ECCB9-0F1B-4E9E-9B6F-7743D29F9996}"/>
              </a:ext>
            </a:extLst>
          </p:cNvPr>
          <p:cNvSpPr txBox="1"/>
          <p:nvPr/>
        </p:nvSpPr>
        <p:spPr>
          <a:xfrm>
            <a:off x="6966314" y="58913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E5B8FF4-632A-44C9-8D8A-12E273F2BE6C}"/>
              </a:ext>
            </a:extLst>
          </p:cNvPr>
          <p:cNvSpPr txBox="1"/>
          <p:nvPr/>
        </p:nvSpPr>
        <p:spPr>
          <a:xfrm>
            <a:off x="5449204" y="588638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07E8B5BC-9F0E-4A42-91EB-49E14152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67558" y="2186356"/>
            <a:ext cx="5149369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HDMI 2.0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50ms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55D0C167-6FBE-406F-BD3C-B43DAA9467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48506" b="6631"/>
          <a:stretch/>
        </p:blipFill>
        <p:spPr>
          <a:xfrm>
            <a:off x="738535" y="1665483"/>
            <a:ext cx="4304984" cy="3918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4" name="文字方塊 53">
            <a:extLst>
              <a:ext uri="{FF2B5EF4-FFF2-40B4-BE49-F238E27FC236}">
                <a16:creationId xmlns:a16="http://schemas.microsoft.com/office/drawing/2014/main" id="{E0348AE2-9603-4514-BFED-B3EFDD2EAE96}"/>
              </a:ext>
            </a:extLst>
          </p:cNvPr>
          <p:cNvSpPr txBox="1"/>
          <p:nvPr/>
        </p:nvSpPr>
        <p:spPr>
          <a:xfrm>
            <a:off x="3995949" y="464281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C74881BD-DF8F-4D6D-80D2-9BBBDCC250A9}"/>
              </a:ext>
            </a:extLst>
          </p:cNvPr>
          <p:cNvSpPr txBox="1"/>
          <p:nvPr/>
        </p:nvSpPr>
        <p:spPr>
          <a:xfrm>
            <a:off x="7946305" y="60710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94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圖片 52">
            <a:extLst>
              <a:ext uri="{FF2B5EF4-FFF2-40B4-BE49-F238E27FC236}">
                <a16:creationId xmlns:a16="http://schemas.microsoft.com/office/drawing/2014/main" id="{55D0C167-6FBE-406F-BD3C-B43DAA94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0" y="1720220"/>
            <a:ext cx="7138799" cy="3912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5D2593D8-F7F5-4D68-BE38-0BF74CC8518D}"/>
              </a:ext>
            </a:extLst>
          </p:cNvPr>
          <p:cNvGrpSpPr/>
          <p:nvPr/>
        </p:nvGrpSpPr>
        <p:grpSpPr>
          <a:xfrm>
            <a:off x="7247406" y="740333"/>
            <a:ext cx="2398547" cy="3816667"/>
            <a:chOff x="9581786" y="704445"/>
            <a:chExt cx="2398547" cy="3816667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62B8ED4-52F8-4F7F-B71F-FCDB1C66B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81786" y="704445"/>
              <a:ext cx="2398547" cy="38166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030E30C-86AB-4FD4-8F1C-EF0F9DE5F1E5}"/>
                </a:ext>
              </a:extLst>
            </p:cNvPr>
            <p:cNvSpPr/>
            <p:nvPr/>
          </p:nvSpPr>
          <p:spPr>
            <a:xfrm>
              <a:off x="9600370" y="1099061"/>
              <a:ext cx="2319865" cy="2434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07E8B5BC-9F0E-4A42-91EB-49E14152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17120" y="2186356"/>
            <a:ext cx="5250244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 / HDMI2.0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50ms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25226F-E5FA-44C2-BCE5-D2E8652FCD3F}"/>
              </a:ext>
            </a:extLst>
          </p:cNvPr>
          <p:cNvSpPr/>
          <p:nvPr/>
        </p:nvSpPr>
        <p:spPr>
          <a:xfrm>
            <a:off x="254233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0BE127-8DCD-4F2A-9F0C-8299AF8610AC}"/>
              </a:ext>
            </a:extLst>
          </p:cNvPr>
          <p:cNvSpPr/>
          <p:nvPr/>
        </p:nvSpPr>
        <p:spPr>
          <a:xfrm>
            <a:off x="3426386" y="40002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BC446C1-C2D5-41FF-A196-7FF85555E2A7}"/>
              </a:ext>
            </a:extLst>
          </p:cNvPr>
          <p:cNvSpPr/>
          <p:nvPr/>
        </p:nvSpPr>
        <p:spPr>
          <a:xfrm>
            <a:off x="3426387" y="5261761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12G-SDI/HDMI 2.0</a:t>
            </a: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046DFCB0-8482-46CC-A274-490B67006BA3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1871366" y="4330427"/>
            <a:ext cx="15550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E445519-B43F-46EE-A919-0642A0E215D1}"/>
              </a:ext>
            </a:extLst>
          </p:cNvPr>
          <p:cNvSpPr txBox="1"/>
          <p:nvPr/>
        </p:nvSpPr>
        <p:spPr>
          <a:xfrm>
            <a:off x="1657770" y="532918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EDB43EF7-E36B-4016-A00F-18FB361211FB}"/>
              </a:ext>
            </a:extLst>
          </p:cNvPr>
          <p:cNvCxnSpPr>
            <a:cxnSpLocks/>
            <a:stCxn id="37" idx="2"/>
            <a:endCxn id="39" idx="1"/>
          </p:cNvCxnSpPr>
          <p:nvPr/>
        </p:nvCxnSpPr>
        <p:spPr>
          <a:xfrm rot="16200000" flipH="1">
            <a:off x="1673093" y="4050333"/>
            <a:ext cx="1143000" cy="2363587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270826D-0EAE-4CF2-A76C-C72D8EA4CBBA}"/>
              </a:ext>
            </a:extLst>
          </p:cNvPr>
          <p:cNvSpPr txBox="1"/>
          <p:nvPr/>
        </p:nvSpPr>
        <p:spPr>
          <a:xfrm>
            <a:off x="527075" y="461623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07BF44F-0112-4648-9FE9-C8563985F47F}"/>
              </a:ext>
            </a:extLst>
          </p:cNvPr>
          <p:cNvSpPr txBox="1"/>
          <p:nvPr/>
        </p:nvSpPr>
        <p:spPr>
          <a:xfrm>
            <a:off x="1809254" y="439320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8F26AE9-7054-468C-9A98-0781E4DF339E}"/>
              </a:ext>
            </a:extLst>
          </p:cNvPr>
          <p:cNvSpPr txBox="1"/>
          <p:nvPr/>
        </p:nvSpPr>
        <p:spPr>
          <a:xfrm>
            <a:off x="3034932" y="43932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8E80D28-FDD8-4D87-8B63-0B19AF1FC5EE}"/>
              </a:ext>
            </a:extLst>
          </p:cNvPr>
          <p:cNvSpPr txBox="1"/>
          <p:nvPr/>
        </p:nvSpPr>
        <p:spPr>
          <a:xfrm>
            <a:off x="3034932" y="58863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B54FA426-9E08-416D-B26D-F198FAF0F513}"/>
              </a:ext>
            </a:extLst>
          </p:cNvPr>
          <p:cNvCxnSpPr>
            <a:cxnSpLocks/>
            <a:stCxn id="39" idx="3"/>
            <a:endCxn id="50" idx="1"/>
          </p:cNvCxnSpPr>
          <p:nvPr/>
        </p:nvCxnSpPr>
        <p:spPr>
          <a:xfrm flipV="1">
            <a:off x="5452768" y="5803626"/>
            <a:ext cx="192478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3AD64CF9-5FA4-4427-B0B0-68ACCBD6F9DD}"/>
              </a:ext>
            </a:extLst>
          </p:cNvPr>
          <p:cNvSpPr/>
          <p:nvPr/>
        </p:nvSpPr>
        <p:spPr>
          <a:xfrm>
            <a:off x="7377548" y="5473426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4E84A18-F5D8-4EF1-913B-249FB4E9FC58}"/>
              </a:ext>
            </a:extLst>
          </p:cNvPr>
          <p:cNvSpPr txBox="1"/>
          <p:nvPr/>
        </p:nvSpPr>
        <p:spPr>
          <a:xfrm>
            <a:off x="5995812" y="532231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BE0F52A-5F25-4C32-89AF-147791D11591}"/>
              </a:ext>
            </a:extLst>
          </p:cNvPr>
          <p:cNvSpPr txBox="1"/>
          <p:nvPr/>
        </p:nvSpPr>
        <p:spPr>
          <a:xfrm>
            <a:off x="6966314" y="58913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19B2CCF-FB7B-4DD6-B342-53A30FD9D914}"/>
              </a:ext>
            </a:extLst>
          </p:cNvPr>
          <p:cNvSpPr txBox="1"/>
          <p:nvPr/>
        </p:nvSpPr>
        <p:spPr>
          <a:xfrm>
            <a:off x="5449204" y="588638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EEB61997-C3EF-4510-AF71-DBDD4169026A}"/>
              </a:ext>
            </a:extLst>
          </p:cNvPr>
          <p:cNvSpPr txBox="1"/>
          <p:nvPr/>
        </p:nvSpPr>
        <p:spPr>
          <a:xfrm>
            <a:off x="3995949" y="464281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03CDC30C-F3FF-4120-9894-C75C4973C72A}"/>
              </a:ext>
            </a:extLst>
          </p:cNvPr>
          <p:cNvSpPr txBox="1"/>
          <p:nvPr/>
        </p:nvSpPr>
        <p:spPr>
          <a:xfrm>
            <a:off x="7946305" y="60710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81A22545-D698-4A76-9E12-958A6DFC2363}"/>
              </a:ext>
            </a:extLst>
          </p:cNvPr>
          <p:cNvSpPr txBox="1"/>
          <p:nvPr/>
        </p:nvSpPr>
        <p:spPr>
          <a:xfrm>
            <a:off x="2364381" y="394152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7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圖片 52">
            <a:extLst>
              <a:ext uri="{FF2B5EF4-FFF2-40B4-BE49-F238E27FC236}">
                <a16:creationId xmlns:a16="http://schemas.microsoft.com/office/drawing/2014/main" id="{55D0C167-6FBE-406F-BD3C-B43DAA94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0" y="1720220"/>
            <a:ext cx="7138799" cy="3912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4" name="群組 73">
            <a:extLst>
              <a:ext uri="{FF2B5EF4-FFF2-40B4-BE49-F238E27FC236}">
                <a16:creationId xmlns:a16="http://schemas.microsoft.com/office/drawing/2014/main" id="{21987951-0546-40BC-92D8-F929CF81271C}"/>
              </a:ext>
            </a:extLst>
          </p:cNvPr>
          <p:cNvGrpSpPr/>
          <p:nvPr/>
        </p:nvGrpSpPr>
        <p:grpSpPr>
          <a:xfrm>
            <a:off x="7578307" y="910932"/>
            <a:ext cx="2010056" cy="3391373"/>
            <a:chOff x="10042237" y="736972"/>
            <a:chExt cx="2010056" cy="3391373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3749341-7D06-40DE-9BCD-25914F298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2237" y="736972"/>
              <a:ext cx="2010056" cy="33913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DCEC07C0-0A37-49BB-9672-9BD1BB000A3F}"/>
                </a:ext>
              </a:extLst>
            </p:cNvPr>
            <p:cNvSpPr/>
            <p:nvPr/>
          </p:nvSpPr>
          <p:spPr>
            <a:xfrm>
              <a:off x="10042237" y="1170871"/>
              <a:ext cx="1807777" cy="237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07E8B5BC-9F0E-4A42-91EB-49E14152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17120" y="2186356"/>
            <a:ext cx="5250244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 / HDMI2.0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50ms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00AB89-ABAA-41F7-8D01-3D47B1EBBF8E}"/>
              </a:ext>
            </a:extLst>
          </p:cNvPr>
          <p:cNvSpPr/>
          <p:nvPr/>
        </p:nvSpPr>
        <p:spPr>
          <a:xfrm>
            <a:off x="285512" y="41590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195103-E4A6-439B-8DDB-D9575DDDB4DB}"/>
              </a:ext>
            </a:extLst>
          </p:cNvPr>
          <p:cNvSpPr/>
          <p:nvPr/>
        </p:nvSpPr>
        <p:spPr>
          <a:xfrm>
            <a:off x="2863160" y="4149523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AA6350-95DE-4278-8663-9BD0A32FC118}"/>
              </a:ext>
            </a:extLst>
          </p:cNvPr>
          <p:cNvSpPr/>
          <p:nvPr/>
        </p:nvSpPr>
        <p:spPr>
          <a:xfrm>
            <a:off x="3302864" y="5470082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12G-SDI/HDMI 2.0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4F6C967B-C120-4078-BE3F-FA4BFF75B191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 flipV="1">
            <a:off x="1902645" y="4479723"/>
            <a:ext cx="960515" cy="95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99DA161-656F-423E-94FA-B4B61305EB5F}"/>
              </a:ext>
            </a:extLst>
          </p:cNvPr>
          <p:cNvSpPr txBox="1"/>
          <p:nvPr/>
        </p:nvSpPr>
        <p:spPr>
          <a:xfrm>
            <a:off x="2106086" y="411763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75E7A18-11F3-4A41-9A59-2C00593C72CC}"/>
              </a:ext>
            </a:extLst>
          </p:cNvPr>
          <p:cNvSpPr txBox="1"/>
          <p:nvPr/>
        </p:nvSpPr>
        <p:spPr>
          <a:xfrm>
            <a:off x="319475" y="505112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接點: 肘形 58">
            <a:extLst>
              <a:ext uri="{FF2B5EF4-FFF2-40B4-BE49-F238E27FC236}">
                <a16:creationId xmlns:a16="http://schemas.microsoft.com/office/drawing/2014/main" id="{CDFC6E26-E05C-4223-AEB6-93C83DB71503}"/>
              </a:ext>
            </a:extLst>
          </p:cNvPr>
          <p:cNvCxnSpPr>
            <a:cxnSpLocks/>
            <a:stCxn id="27" idx="2"/>
            <a:endCxn id="66" idx="0"/>
          </p:cNvCxnSpPr>
          <p:nvPr/>
        </p:nvCxnSpPr>
        <p:spPr>
          <a:xfrm>
            <a:off x="1094079" y="4819427"/>
            <a:ext cx="0" cy="8576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826BB0E7-6FE7-4972-82AF-32729CBEFF7A}"/>
              </a:ext>
            </a:extLst>
          </p:cNvPr>
          <p:cNvSpPr txBox="1"/>
          <p:nvPr/>
        </p:nvSpPr>
        <p:spPr>
          <a:xfrm>
            <a:off x="521187" y="478936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3B91B6D-CCFE-42ED-89CB-46981EEAB17B}"/>
              </a:ext>
            </a:extLst>
          </p:cNvPr>
          <p:cNvSpPr txBox="1"/>
          <p:nvPr/>
        </p:nvSpPr>
        <p:spPr>
          <a:xfrm>
            <a:off x="1834421" y="45570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C44ABD1-2E75-40AE-873A-23599BF59AAD}"/>
              </a:ext>
            </a:extLst>
          </p:cNvPr>
          <p:cNvSpPr txBox="1"/>
          <p:nvPr/>
        </p:nvSpPr>
        <p:spPr>
          <a:xfrm>
            <a:off x="2471706" y="454250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367CA971-6C0A-4EB3-9D8A-8F1E9B38BD29}"/>
              </a:ext>
            </a:extLst>
          </p:cNvPr>
          <p:cNvSpPr txBox="1"/>
          <p:nvPr/>
        </p:nvSpPr>
        <p:spPr>
          <a:xfrm>
            <a:off x="589817" y="53357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C008BE7B-3435-42BE-8B0E-9D0C731F2AC3}"/>
              </a:ext>
            </a:extLst>
          </p:cNvPr>
          <p:cNvCxnSpPr>
            <a:cxnSpLocks/>
            <a:stCxn id="29" idx="3"/>
            <a:endCxn id="62" idx="1"/>
          </p:cNvCxnSpPr>
          <p:nvPr/>
        </p:nvCxnSpPr>
        <p:spPr>
          <a:xfrm>
            <a:off x="5329245" y="6011948"/>
            <a:ext cx="157992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399C71BF-6C8E-4629-93A4-8BBEB00154E6}"/>
              </a:ext>
            </a:extLst>
          </p:cNvPr>
          <p:cNvSpPr/>
          <p:nvPr/>
        </p:nvSpPr>
        <p:spPr>
          <a:xfrm>
            <a:off x="6909169" y="5681748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F1D7CC1-4EEF-4551-B8CB-B06CDC736D5B}"/>
              </a:ext>
            </a:extLst>
          </p:cNvPr>
          <p:cNvSpPr txBox="1"/>
          <p:nvPr/>
        </p:nvSpPr>
        <p:spPr>
          <a:xfrm>
            <a:off x="5699861" y="55954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E26E766-E725-4609-8B70-6EBECCACEF1C}"/>
              </a:ext>
            </a:extLst>
          </p:cNvPr>
          <p:cNvSpPr txBox="1"/>
          <p:nvPr/>
        </p:nvSpPr>
        <p:spPr>
          <a:xfrm>
            <a:off x="6480847" y="605908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F47E1815-0546-43A7-B4EE-94CC853E4C45}"/>
              </a:ext>
            </a:extLst>
          </p:cNvPr>
          <p:cNvSpPr txBox="1"/>
          <p:nvPr/>
        </p:nvSpPr>
        <p:spPr>
          <a:xfrm>
            <a:off x="5329245" y="60590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9DFC2B-1A1F-434C-B83B-0565A4060700}"/>
              </a:ext>
            </a:extLst>
          </p:cNvPr>
          <p:cNvSpPr/>
          <p:nvPr/>
        </p:nvSpPr>
        <p:spPr>
          <a:xfrm>
            <a:off x="285512" y="5677049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 to SDI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C8541204-F99B-4352-9C5F-B6ECDB1FFBDB}"/>
              </a:ext>
            </a:extLst>
          </p:cNvPr>
          <p:cNvCxnSpPr>
            <a:cxnSpLocks/>
            <a:stCxn id="66" idx="3"/>
            <a:endCxn id="29" idx="1"/>
          </p:cNvCxnSpPr>
          <p:nvPr/>
        </p:nvCxnSpPr>
        <p:spPr>
          <a:xfrm>
            <a:off x="1902645" y="6007249"/>
            <a:ext cx="1400219" cy="46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2440B4CC-8DCE-4FF9-A407-849471C66047}"/>
              </a:ext>
            </a:extLst>
          </p:cNvPr>
          <p:cNvSpPr txBox="1"/>
          <p:nvPr/>
        </p:nvSpPr>
        <p:spPr>
          <a:xfrm>
            <a:off x="2281136" y="562305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0412A555-B8C7-462F-B9D3-922CAB89A35C}"/>
              </a:ext>
            </a:extLst>
          </p:cNvPr>
          <p:cNvSpPr txBox="1"/>
          <p:nvPr/>
        </p:nvSpPr>
        <p:spPr>
          <a:xfrm>
            <a:off x="2940733" y="606187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A1BA973-0A91-460F-BA9B-A66EEB285ED5}"/>
              </a:ext>
            </a:extLst>
          </p:cNvPr>
          <p:cNvSpPr txBox="1"/>
          <p:nvPr/>
        </p:nvSpPr>
        <p:spPr>
          <a:xfrm>
            <a:off x="1882909" y="610508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E6AA89E-85DF-4D30-ADD5-BDAC0E1FC9A8}"/>
              </a:ext>
            </a:extLst>
          </p:cNvPr>
          <p:cNvSpPr txBox="1"/>
          <p:nvPr/>
        </p:nvSpPr>
        <p:spPr>
          <a:xfrm>
            <a:off x="1206900" y="631585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7BF3C150-B306-441A-8E87-AFC5EABBAAE6}"/>
              </a:ext>
            </a:extLst>
          </p:cNvPr>
          <p:cNvSpPr txBox="1"/>
          <p:nvPr/>
        </p:nvSpPr>
        <p:spPr>
          <a:xfrm>
            <a:off x="3477593" y="48099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67CA1D7-CCE0-4B70-84EB-D2FC03CBE456}"/>
              </a:ext>
            </a:extLst>
          </p:cNvPr>
          <p:cNvSpPr txBox="1"/>
          <p:nvPr/>
        </p:nvSpPr>
        <p:spPr>
          <a:xfrm>
            <a:off x="8114871" y="63792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615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圖片 45">
            <a:extLst>
              <a:ext uri="{FF2B5EF4-FFF2-40B4-BE49-F238E27FC236}">
                <a16:creationId xmlns:a16="http://schemas.microsoft.com/office/drawing/2014/main" id="{030E8C88-CAC4-474B-857D-D4C256C4C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0" y="1720220"/>
            <a:ext cx="7138799" cy="3912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2C9F1D1D-E957-4D4A-86C1-75155DD2C96E}"/>
              </a:ext>
            </a:extLst>
          </p:cNvPr>
          <p:cNvGrpSpPr/>
          <p:nvPr/>
        </p:nvGrpSpPr>
        <p:grpSpPr>
          <a:xfrm>
            <a:off x="7357908" y="590830"/>
            <a:ext cx="2047772" cy="3391373"/>
            <a:chOff x="10004521" y="736972"/>
            <a:chExt cx="2047772" cy="3391373"/>
          </a:xfrm>
        </p:grpSpPr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AFBD30AE-78F5-415E-A36A-C4F8CEB1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2237" y="736972"/>
              <a:ext cx="2010056" cy="33913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FFED4A7-A447-4289-A506-27DB91932C4F}"/>
                </a:ext>
              </a:extLst>
            </p:cNvPr>
            <p:cNvSpPr/>
            <p:nvPr/>
          </p:nvSpPr>
          <p:spPr>
            <a:xfrm>
              <a:off x="10004521" y="1158855"/>
              <a:ext cx="1807777" cy="237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F4F1981-8128-47FB-A006-997A10486D2C}"/>
              </a:ext>
            </a:extLst>
          </p:cNvPr>
          <p:cNvSpPr/>
          <p:nvPr/>
        </p:nvSpPr>
        <p:spPr>
          <a:xfrm>
            <a:off x="527075" y="1116785"/>
            <a:ext cx="1148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 / HDMI2.0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67ms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0FC9BB-2152-4CF3-92FE-28E3506D022F}"/>
              </a:ext>
            </a:extLst>
          </p:cNvPr>
          <p:cNvSpPr/>
          <p:nvPr/>
        </p:nvSpPr>
        <p:spPr>
          <a:xfrm>
            <a:off x="285512" y="4159027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PC(source)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DD74D3-B82A-4987-933E-1E66FE28BCB8}"/>
              </a:ext>
            </a:extLst>
          </p:cNvPr>
          <p:cNvSpPr/>
          <p:nvPr/>
        </p:nvSpPr>
        <p:spPr>
          <a:xfrm>
            <a:off x="2863160" y="4149523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4E9BFC-1E65-4041-86DA-A76C7A08EA21}"/>
              </a:ext>
            </a:extLst>
          </p:cNvPr>
          <p:cNvSpPr/>
          <p:nvPr/>
        </p:nvSpPr>
        <p:spPr>
          <a:xfrm>
            <a:off x="3302864" y="5470082"/>
            <a:ext cx="2026381" cy="108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JS1000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SC710N1 M2 12G-SDI/HDMI 2.0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A64A2B0-D771-40A3-9D90-005DE8BDAC96}"/>
              </a:ext>
            </a:extLst>
          </p:cNvPr>
          <p:cNvSpPr txBox="1"/>
          <p:nvPr/>
        </p:nvSpPr>
        <p:spPr>
          <a:xfrm>
            <a:off x="319475" y="505112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接點: 肘形 58">
            <a:extLst>
              <a:ext uri="{FF2B5EF4-FFF2-40B4-BE49-F238E27FC236}">
                <a16:creationId xmlns:a16="http://schemas.microsoft.com/office/drawing/2014/main" id="{EB2F1ACC-1A68-4B33-87D4-A2FE83A65DCE}"/>
              </a:ext>
            </a:extLst>
          </p:cNvPr>
          <p:cNvCxnSpPr>
            <a:cxnSpLocks/>
            <a:stCxn id="69" idx="3"/>
            <a:endCxn id="29" idx="1"/>
          </p:cNvCxnSpPr>
          <p:nvPr/>
        </p:nvCxnSpPr>
        <p:spPr>
          <a:xfrm flipV="1">
            <a:off x="1902645" y="4479723"/>
            <a:ext cx="960515" cy="1527526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C17E23DB-2E06-44DA-86C7-D7A13BB0E642}"/>
              </a:ext>
            </a:extLst>
          </p:cNvPr>
          <p:cNvSpPr txBox="1"/>
          <p:nvPr/>
        </p:nvSpPr>
        <p:spPr>
          <a:xfrm>
            <a:off x="521187" y="478936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1E4BCC0-CBE7-4B5A-8FA2-90034160CBB3}"/>
              </a:ext>
            </a:extLst>
          </p:cNvPr>
          <p:cNvSpPr txBox="1"/>
          <p:nvPr/>
        </p:nvSpPr>
        <p:spPr>
          <a:xfrm>
            <a:off x="2471706" y="454250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2F53D51F-415D-438A-9DBF-C04276681E76}"/>
              </a:ext>
            </a:extLst>
          </p:cNvPr>
          <p:cNvSpPr txBox="1"/>
          <p:nvPr/>
        </p:nvSpPr>
        <p:spPr>
          <a:xfrm>
            <a:off x="589817" y="53357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BB216FFD-699E-45E0-AFBD-CCC8F17DDA99}"/>
              </a:ext>
            </a:extLst>
          </p:cNvPr>
          <p:cNvCxnSpPr>
            <a:cxnSpLocks/>
            <a:stCxn id="30" idx="3"/>
            <a:endCxn id="65" idx="1"/>
          </p:cNvCxnSpPr>
          <p:nvPr/>
        </p:nvCxnSpPr>
        <p:spPr>
          <a:xfrm>
            <a:off x="5329245" y="6011948"/>
            <a:ext cx="157992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DF2B5F5C-E57B-4E69-96DF-72FFF274385C}"/>
              </a:ext>
            </a:extLst>
          </p:cNvPr>
          <p:cNvSpPr/>
          <p:nvPr/>
        </p:nvSpPr>
        <p:spPr>
          <a:xfrm>
            <a:off x="6909169" y="5681748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5619DF58-F578-47D9-BEA8-A4D86020C839}"/>
              </a:ext>
            </a:extLst>
          </p:cNvPr>
          <p:cNvSpPr txBox="1"/>
          <p:nvPr/>
        </p:nvSpPr>
        <p:spPr>
          <a:xfrm>
            <a:off x="5699861" y="55954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9630BC29-7778-4637-B8CA-90E5DB1CEC3F}"/>
              </a:ext>
            </a:extLst>
          </p:cNvPr>
          <p:cNvSpPr txBox="1"/>
          <p:nvPr/>
        </p:nvSpPr>
        <p:spPr>
          <a:xfrm>
            <a:off x="6480847" y="605908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DFF1208-F266-4E13-BB55-8ED1149B3A92}"/>
              </a:ext>
            </a:extLst>
          </p:cNvPr>
          <p:cNvSpPr txBox="1"/>
          <p:nvPr/>
        </p:nvSpPr>
        <p:spPr>
          <a:xfrm>
            <a:off x="5329245" y="60590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AB44793-AD87-4AA3-95B1-1FC58DB22AF7}"/>
              </a:ext>
            </a:extLst>
          </p:cNvPr>
          <p:cNvSpPr/>
          <p:nvPr/>
        </p:nvSpPr>
        <p:spPr>
          <a:xfrm>
            <a:off x="285512" y="5677049"/>
            <a:ext cx="1617133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 to SDI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FC03666-7735-492B-8B94-450B061DA116}"/>
              </a:ext>
            </a:extLst>
          </p:cNvPr>
          <p:cNvCxnSpPr>
            <a:cxnSpLocks/>
            <a:stCxn id="69" idx="3"/>
            <a:endCxn id="30" idx="1"/>
          </p:cNvCxnSpPr>
          <p:nvPr/>
        </p:nvCxnSpPr>
        <p:spPr>
          <a:xfrm>
            <a:off x="1902645" y="6007249"/>
            <a:ext cx="1400219" cy="46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A0075499-066E-4004-9D20-5F62D6813EDC}"/>
              </a:ext>
            </a:extLst>
          </p:cNvPr>
          <p:cNvSpPr txBox="1"/>
          <p:nvPr/>
        </p:nvSpPr>
        <p:spPr>
          <a:xfrm>
            <a:off x="2344333" y="607060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4DB4C13-992D-4245-B4B7-72D25FFBCA5E}"/>
              </a:ext>
            </a:extLst>
          </p:cNvPr>
          <p:cNvSpPr txBox="1"/>
          <p:nvPr/>
        </p:nvSpPr>
        <p:spPr>
          <a:xfrm>
            <a:off x="2940733" y="606187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F8AA428-41CE-451F-B3A3-6AD1755711BC}"/>
              </a:ext>
            </a:extLst>
          </p:cNvPr>
          <p:cNvSpPr txBox="1"/>
          <p:nvPr/>
        </p:nvSpPr>
        <p:spPr>
          <a:xfrm>
            <a:off x="1882909" y="610508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C3B7EEE-BA30-41E5-9EB3-01F1F0D0825A}"/>
              </a:ext>
            </a:extLst>
          </p:cNvPr>
          <p:cNvSpPr txBox="1"/>
          <p:nvPr/>
        </p:nvSpPr>
        <p:spPr>
          <a:xfrm>
            <a:off x="1221069" y="633293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2F3C4ED9-9E4C-4C28-A422-959446E8A2B5}"/>
              </a:ext>
            </a:extLst>
          </p:cNvPr>
          <p:cNvSpPr txBox="1"/>
          <p:nvPr/>
        </p:nvSpPr>
        <p:spPr>
          <a:xfrm>
            <a:off x="3477593" y="48099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EB4B266F-C526-425D-BA0F-9A088FD85C05}"/>
              </a:ext>
            </a:extLst>
          </p:cNvPr>
          <p:cNvSpPr txBox="1"/>
          <p:nvPr/>
        </p:nvSpPr>
        <p:spPr>
          <a:xfrm>
            <a:off x="8114871" y="63792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1A02D413-DADB-4FFF-A526-3DC99A80ECC0}"/>
              </a:ext>
            </a:extLst>
          </p:cNvPr>
          <p:cNvCxnSpPr>
            <a:cxnSpLocks/>
            <a:stCxn id="28" idx="2"/>
            <a:endCxn id="69" idx="0"/>
          </p:cNvCxnSpPr>
          <p:nvPr/>
        </p:nvCxnSpPr>
        <p:spPr>
          <a:xfrm>
            <a:off x="1094079" y="4819427"/>
            <a:ext cx="0" cy="8576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C41B043-C54C-4062-9728-B51D2D11E35B}"/>
              </a:ext>
            </a:extLst>
          </p:cNvPr>
          <p:cNvSpPr txBox="1"/>
          <p:nvPr/>
        </p:nvSpPr>
        <p:spPr>
          <a:xfrm>
            <a:off x="1874663" y="567037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7DFB077-478B-4B66-81F9-0BA67E99BFD3}"/>
              </a:ext>
            </a:extLst>
          </p:cNvPr>
          <p:cNvSpPr txBox="1"/>
          <p:nvPr/>
        </p:nvSpPr>
        <p:spPr>
          <a:xfrm>
            <a:off x="1741660" y="509372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">
            <a:extLst>
              <a:ext uri="{FF2B5EF4-FFF2-40B4-BE49-F238E27FC236}">
                <a16:creationId xmlns:a16="http://schemas.microsoft.com/office/drawing/2014/main" id="{4CF83611-282D-4DAA-A2FC-83A7E77ED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17120" y="2186356"/>
            <a:ext cx="5250244" cy="16424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19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27075" y="47731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RDMA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C3B7EEE-BA30-41E5-9EB3-01F1F0D0825A}"/>
              </a:ext>
            </a:extLst>
          </p:cNvPr>
          <p:cNvSpPr txBox="1"/>
          <p:nvPr/>
        </p:nvSpPr>
        <p:spPr>
          <a:xfrm>
            <a:off x="1474440" y="642419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EB4B266F-C526-425D-BA0F-9A088FD85C05}"/>
              </a:ext>
            </a:extLst>
          </p:cNvPr>
          <p:cNvSpPr txBox="1"/>
          <p:nvPr/>
        </p:nvSpPr>
        <p:spPr>
          <a:xfrm>
            <a:off x="8114871" y="63792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版面配置區 6">
            <a:extLst>
              <a:ext uri="{FF2B5EF4-FFF2-40B4-BE49-F238E27FC236}">
                <a16:creationId xmlns:a16="http://schemas.microsoft.com/office/drawing/2014/main" id="{71BD8DB9-210E-4D61-B9D5-5CC4C466A15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總覽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DAD27B-3BD5-4606-8C3F-6C4F15B02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3982"/>
              </p:ext>
            </p:extLst>
          </p:nvPr>
        </p:nvGraphicFramePr>
        <p:xfrm>
          <a:off x="860571" y="1828800"/>
          <a:ext cx="5181600" cy="1723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9876671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1233258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8613566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3630592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17626003"/>
                    </a:ext>
                  </a:extLst>
                </a:gridCol>
              </a:tblGrid>
              <a:tr h="359773"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SC400N1(FHD)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SC710N1(4K)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412636"/>
                  </a:ext>
                </a:extLst>
              </a:tr>
              <a:tr h="35977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u="none" strike="noStrike">
                          <a:effectLst/>
                          <a:latin typeface="+mn-lt"/>
                        </a:rPr>
                        <a:t>單位</a:t>
                      </a:r>
                      <a:r>
                        <a:rPr lang="en-US" altLang="zh-TW" sz="1200" u="none" strike="noStrike">
                          <a:effectLst/>
                          <a:latin typeface="+mn-lt"/>
                        </a:rPr>
                        <a:t>:</a:t>
                      </a:r>
                      <a:r>
                        <a:rPr lang="en-US" sz="1200" u="none" strike="noStrike">
                          <a:effectLst/>
                          <a:latin typeface="+mn-lt"/>
                        </a:rPr>
                        <a:t>ms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HDMI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SDI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HDMI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SDI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0371021"/>
                  </a:ext>
                </a:extLst>
              </a:tr>
              <a:tr h="3597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DP </a:t>
                      </a:r>
                      <a:r>
                        <a:rPr lang="zh-TW" altLang="en-US" sz="1200" u="none" strike="noStrike">
                          <a:effectLst/>
                          <a:latin typeface="+mn-lt"/>
                        </a:rPr>
                        <a:t>螢幕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50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50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2540451"/>
                  </a:ext>
                </a:extLst>
              </a:tr>
              <a:tr h="644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HDMI</a:t>
                      </a:r>
                      <a:r>
                        <a:rPr lang="zh-TW" altLang="en-US" sz="1200" u="none" strike="noStrike" dirty="0">
                          <a:effectLst/>
                          <a:latin typeface="+mn-lt"/>
                        </a:rPr>
                        <a:t>螢幕</a:t>
                      </a:r>
                      <a:br>
                        <a:rPr lang="en-US" altLang="zh-TW" sz="1200" u="none" strike="noStrike" dirty="0">
                          <a:effectLst/>
                          <a:latin typeface="+mn-lt"/>
                        </a:rPr>
                      </a:br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zh-TW" altLang="en-US" sz="1200" u="none" strike="noStrike" dirty="0">
                          <a:effectLst/>
                          <a:latin typeface="+mn-lt"/>
                        </a:rPr>
                        <a:t>從雙向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converter</a:t>
                      </a:r>
                      <a:r>
                        <a:rPr lang="zh-TW" altLang="en-US" sz="1200" u="none" strike="noStrike" dirty="0">
                          <a:effectLst/>
                          <a:latin typeface="+mn-lt"/>
                        </a:rPr>
                        <a:t>輸出</a:t>
                      </a:r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N/A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N/A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  <a:latin typeface="+mn-lt"/>
                        </a:rPr>
                        <a:t>無法測試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  <a:latin typeface="+mn-lt"/>
                        </a:rPr>
                        <a:t>50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68575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00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JP7.3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24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248131</TotalTime>
  <Words>1508</Words>
  <Application>Microsoft Office PowerPoint</Application>
  <PresentationFormat>A4 紙張 (210x297 公釐)</PresentationFormat>
  <Paragraphs>463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Noto Sans Symbols</vt:lpstr>
      <vt:lpstr>新細明體</vt:lpstr>
      <vt:lpstr>標楷體</vt:lpstr>
      <vt:lpstr>Arial</vt:lpstr>
      <vt:lpstr>Calibri</vt:lpstr>
      <vt:lpstr>Times New Roman</vt:lpstr>
      <vt:lpstr>Wingdings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上次進度: JS1500 &amp; AI Perf</vt:lpstr>
      <vt:lpstr>上次進度：HDMI issue</vt:lpstr>
      <vt:lpstr>本次進度：RDMA</vt:lpstr>
      <vt:lpstr>本次進度：RDMA</vt:lpstr>
      <vt:lpstr>本次進度：RDMA</vt:lpstr>
      <vt:lpstr>本次進度：RDMA</vt:lpstr>
      <vt:lpstr>本次進度：RDMA</vt:lpstr>
      <vt:lpstr>本次進度：RDMA</vt:lpstr>
      <vt:lpstr>本次進度：RDMA</vt:lpstr>
      <vt:lpstr>下次進度: JS1500 &amp; AI Perf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2273</cp:revision>
  <dcterms:created xsi:type="dcterms:W3CDTF">2003-02-17T16:04:03Z</dcterms:created>
  <dcterms:modified xsi:type="dcterms:W3CDTF">2026-06-16T06:29:25Z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