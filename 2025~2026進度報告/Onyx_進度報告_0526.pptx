
<file path=[Content_Types].xml><?xml version="1.0" encoding="utf-8"?>
<Types xmlns="http://schemas.openxmlformats.org/package/2006/content-types">
  <Default Extension="png" ContentType="image/png"/>
  <Default Extension="webm" ContentType="video/webm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0"/>
  </p:notesMasterIdLst>
  <p:sldIdLst>
    <p:sldId id="277" r:id="rId2"/>
    <p:sldId id="1784" r:id="rId3"/>
    <p:sldId id="1903" r:id="rId4"/>
    <p:sldId id="1904" r:id="rId5"/>
    <p:sldId id="1905" r:id="rId6"/>
    <p:sldId id="1909" r:id="rId7"/>
    <p:sldId id="1910" r:id="rId8"/>
    <p:sldId id="1915" r:id="rId9"/>
    <p:sldId id="1916" r:id="rId10"/>
    <p:sldId id="1917" r:id="rId11"/>
    <p:sldId id="1783" r:id="rId12"/>
    <p:sldId id="1864" r:id="rId13"/>
    <p:sldId id="1865" r:id="rId14"/>
    <p:sldId id="1914" r:id="rId15"/>
    <p:sldId id="1918" r:id="rId16"/>
    <p:sldId id="1858" r:id="rId17"/>
    <p:sldId id="1859" r:id="rId18"/>
    <p:sldId id="286" r:id="rId19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903"/>
            <p14:sldId id="1904"/>
            <p14:sldId id="1905"/>
            <p14:sldId id="1909"/>
            <p14:sldId id="1910"/>
            <p14:sldId id="1915"/>
            <p14:sldId id="1916"/>
            <p14:sldId id="1917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914"/>
            <p14:sldId id="1918"/>
            <p14:sldId id="1858"/>
            <p14:sldId id="1859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1" autoAdjust="0"/>
    <p:restoredTop sz="78545" autoAdjust="0"/>
  </p:normalViewPr>
  <p:slideViewPr>
    <p:cSldViewPr snapToGrid="0">
      <p:cViewPr varScale="1">
        <p:scale>
          <a:sx n="94" d="100"/>
          <a:sy n="94" d="100"/>
        </p:scale>
        <p:origin x="1998" y="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648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4415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5410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zh-TW" alt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ratio(</a:t>
            </a:r>
            <a:r>
              <a:rPr lang="zh-TW" alt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比例</a:t>
            </a:r>
            <a:r>
              <a:rPr lang="en-US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)(j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TW" alt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TW" alt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15.0f</a:t>
            </a:r>
            <a:r>
              <a:rPr lang="en-US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我們現在量到的這個灰階（例如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Level 45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），理論上應該要佔整台螢幕總發光能力的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『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百分之幾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』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。</a:t>
            </a:r>
            <a:endParaRPr lang="zh-TW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6125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5833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8021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1932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9268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0885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2598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18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3.jp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239847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67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73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驗證功能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校正跑完後直接進行驗證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3E207EC-7AE3-CD03-22B9-502C75845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440" y="2045339"/>
            <a:ext cx="5425119" cy="402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1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224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做對齊，取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11~31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階做計算。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S_i1_gain[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= i1_center[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/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VEML_value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，得到倍率。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計算過程中需要最大亮度與最小亮度的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range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B20C7C-B59D-C4DF-93E2-F64BC0E37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83" y="3037028"/>
            <a:ext cx="6980983" cy="117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2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6798"/>
            <a:ext cx="8924039" cy="224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驗證的結果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71BF610-9255-31A9-DC39-271B1C83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20" y="4094852"/>
            <a:ext cx="4531340" cy="22492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D4D700A-65F0-A0C7-D191-BAEDB17F7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77" y="4522050"/>
            <a:ext cx="4865167" cy="17263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E1974B2-F686-399D-2129-51CEF76EE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77" y="1946053"/>
            <a:ext cx="4079701" cy="237714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2D389B7-271E-FD80-9D53-CB3909FDFAA7}"/>
              </a:ext>
            </a:extLst>
          </p:cNvPr>
          <p:cNvSpPr/>
          <p:nvPr/>
        </p:nvSpPr>
        <p:spPr>
          <a:xfrm flipH="1">
            <a:off x="5335319" y="5385225"/>
            <a:ext cx="1638357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0D7522-048B-212B-93EC-3BA2E1D1FA13}"/>
              </a:ext>
            </a:extLst>
          </p:cNvPr>
          <p:cNvSpPr/>
          <p:nvPr/>
        </p:nvSpPr>
        <p:spPr>
          <a:xfrm flipH="1">
            <a:off x="353859" y="5323357"/>
            <a:ext cx="1638357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F45B45-3FC2-6366-6029-ED0D8ED2E19F}"/>
              </a:ext>
            </a:extLst>
          </p:cNvPr>
          <p:cNvSpPr/>
          <p:nvPr/>
        </p:nvSpPr>
        <p:spPr>
          <a:xfrm flipH="1">
            <a:off x="7426687" y="5419085"/>
            <a:ext cx="2312223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FA1C7A-7C0B-D459-147E-8D92486C3E27}"/>
              </a:ext>
            </a:extLst>
          </p:cNvPr>
          <p:cNvSpPr/>
          <p:nvPr/>
        </p:nvSpPr>
        <p:spPr>
          <a:xfrm flipH="1">
            <a:off x="2531724" y="5358680"/>
            <a:ext cx="2606319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671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224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0~17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階量測後，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一樣，取最小亮度第二階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(level 30)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，從第三階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(level 45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開始計算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容許的誤差值在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72A6447-DE46-5482-B42D-6D7DFF1A1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5" y="3013115"/>
            <a:ext cx="3653987" cy="209701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A3D41C4-F7AD-C042-30D9-68D361C74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818" y="3013113"/>
            <a:ext cx="3452221" cy="2097011"/>
          </a:xfrm>
          <a:prstGeom prst="rect">
            <a:avLst/>
          </a:prstGeom>
        </p:spPr>
      </p:pic>
      <p:sp>
        <p:nvSpPr>
          <p:cNvPr id="16" name="文字版面配置區 6">
            <a:extLst>
              <a:ext uri="{FF2B5EF4-FFF2-40B4-BE49-F238E27FC236}">
                <a16:creationId xmlns:a16="http://schemas.microsoft.com/office/drawing/2014/main" id="{D28B660A-100D-FB8E-631A-973EE0C420FD}"/>
              </a:ext>
            </a:extLst>
          </p:cNvPr>
          <p:cNvSpPr txBox="1"/>
          <p:nvPr/>
        </p:nvSpPr>
        <p:spPr>
          <a:xfrm>
            <a:off x="1396492" y="4908015"/>
            <a:ext cx="1491685" cy="70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</a:p>
        </p:txBody>
      </p:sp>
      <p:sp>
        <p:nvSpPr>
          <p:cNvPr id="17" name="文字版面配置區 6">
            <a:extLst>
              <a:ext uri="{FF2B5EF4-FFF2-40B4-BE49-F238E27FC236}">
                <a16:creationId xmlns:a16="http://schemas.microsoft.com/office/drawing/2014/main" id="{587F6EF0-D63E-9F2C-1C89-4477B967AB92}"/>
              </a:ext>
            </a:extLst>
          </p:cNvPr>
          <p:cNvSpPr txBox="1"/>
          <p:nvPr/>
        </p:nvSpPr>
        <p:spPr>
          <a:xfrm>
            <a:off x="4648202" y="4908015"/>
            <a:ext cx="1491685" cy="70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B7712CF-9ACD-5109-2585-E839B4872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147" y="80717"/>
            <a:ext cx="3727298" cy="2106131"/>
          </a:xfrm>
          <a:prstGeom prst="rect">
            <a:avLst/>
          </a:prstGeom>
        </p:spPr>
      </p:pic>
      <p:sp>
        <p:nvSpPr>
          <p:cNvPr id="20" name="文字版面配置區 6">
            <a:extLst>
              <a:ext uri="{FF2B5EF4-FFF2-40B4-BE49-F238E27FC236}">
                <a16:creationId xmlns:a16="http://schemas.microsoft.com/office/drawing/2014/main" id="{89831CBC-44B7-6A4A-DDA5-D53317E5BD0B}"/>
              </a:ext>
            </a:extLst>
          </p:cNvPr>
          <p:cNvSpPr txBox="1"/>
          <p:nvPr/>
        </p:nvSpPr>
        <p:spPr>
          <a:xfrm>
            <a:off x="7321307" y="2464180"/>
            <a:ext cx="1491685" cy="70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218964" y="3141642"/>
            <a:ext cx="1638357" cy="1000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BC02A8-81FB-1FCE-5587-4E69F4837AFD}"/>
              </a:ext>
            </a:extLst>
          </p:cNvPr>
          <p:cNvSpPr/>
          <p:nvPr/>
        </p:nvSpPr>
        <p:spPr>
          <a:xfrm flipH="1">
            <a:off x="3995215" y="3141641"/>
            <a:ext cx="1638357" cy="1000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F9C3B2-5B86-1E87-1D48-0C80254B6098}"/>
              </a:ext>
            </a:extLst>
          </p:cNvPr>
          <p:cNvSpPr/>
          <p:nvPr/>
        </p:nvSpPr>
        <p:spPr>
          <a:xfrm flipH="1">
            <a:off x="5984448" y="82628"/>
            <a:ext cx="1638357" cy="1123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15CFDF09-ECCD-BAA1-810E-1C6C74A4D9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254"/>
          <a:stretch/>
        </p:blipFill>
        <p:spPr>
          <a:xfrm>
            <a:off x="104431" y="5428289"/>
            <a:ext cx="9593014" cy="7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79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6798"/>
            <a:ext cx="8924039" cy="224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驗證的結果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B93086-6FA2-0427-5F7A-7E9ABF068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79" y="1570198"/>
            <a:ext cx="7078063" cy="26102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6F45B45-3FC2-6366-6029-ED0D8ED2E19F}"/>
              </a:ext>
            </a:extLst>
          </p:cNvPr>
          <p:cNvSpPr/>
          <p:nvPr/>
        </p:nvSpPr>
        <p:spPr>
          <a:xfrm flipH="1">
            <a:off x="587568" y="3378212"/>
            <a:ext cx="2615777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391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37771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34067"/>
            <a:ext cx="8924039" cy="550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ColorTemp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38h 25h=5637</a:t>
            </a: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41h 08h =6508</a:t>
            </a: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:5Dh 1Ah= 9326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6D0E565-3958-9D88-C5F9-4A2AD323C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36" t="31968" r="28711" b="42822"/>
          <a:stretch/>
        </p:blipFill>
        <p:spPr>
          <a:xfrm>
            <a:off x="5822413" y="0"/>
            <a:ext cx="4083587" cy="278634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6196984" y="1025480"/>
            <a:ext cx="3624524" cy="1760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版面配置區 6">
            <a:extLst>
              <a:ext uri="{FF2B5EF4-FFF2-40B4-BE49-F238E27FC236}">
                <a16:creationId xmlns:a16="http://schemas.microsoft.com/office/drawing/2014/main" id="{88438C30-23F9-B325-1C33-236EBCC794BD}"/>
              </a:ext>
            </a:extLst>
          </p:cNvPr>
          <p:cNvSpPr txBox="1"/>
          <p:nvPr/>
        </p:nvSpPr>
        <p:spPr>
          <a:xfrm>
            <a:off x="9224755" y="83406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5637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C87900F1-5DE0-D1F6-5A25-CF2213DE59FF}"/>
              </a:ext>
            </a:extLst>
          </p:cNvPr>
          <p:cNvSpPr txBox="1"/>
          <p:nvPr/>
        </p:nvSpPr>
        <p:spPr>
          <a:xfrm>
            <a:off x="9224755" y="104636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6508</a:t>
            </a:r>
          </a:p>
        </p:txBody>
      </p:sp>
      <p:sp>
        <p:nvSpPr>
          <p:cNvPr id="9" name="文字版面配置區 6">
            <a:extLst>
              <a:ext uri="{FF2B5EF4-FFF2-40B4-BE49-F238E27FC236}">
                <a16:creationId xmlns:a16="http://schemas.microsoft.com/office/drawing/2014/main" id="{38381C39-DCF6-4446-ED0C-7530CDEE80B9}"/>
              </a:ext>
            </a:extLst>
          </p:cNvPr>
          <p:cNvSpPr txBox="1"/>
          <p:nvPr/>
        </p:nvSpPr>
        <p:spPr>
          <a:xfrm>
            <a:off x="9224755" y="125866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9326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FBB8A0E-A340-968B-AFF8-794DED305F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576"/>
          <a:stretch/>
        </p:blipFill>
        <p:spPr>
          <a:xfrm>
            <a:off x="4916493" y="2892382"/>
            <a:ext cx="4989507" cy="334522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3DED356B-7BE1-2E5C-7F9E-49C1D241D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35" y="5832733"/>
            <a:ext cx="4382112" cy="809738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0417319F-90D5-2E8D-9FB2-9551BA80BA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27"/>
          <a:stretch/>
        </p:blipFill>
        <p:spPr>
          <a:xfrm>
            <a:off x="513824" y="4046164"/>
            <a:ext cx="4134378" cy="838317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8FD59CAC-2C0B-6E3B-A6CF-C9E8B042A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91" y="2250069"/>
            <a:ext cx="4201111" cy="847843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757E5CA6-6A04-D783-F461-C3235DC40381}"/>
              </a:ext>
            </a:extLst>
          </p:cNvPr>
          <p:cNvSpPr/>
          <p:nvPr/>
        </p:nvSpPr>
        <p:spPr>
          <a:xfrm flipH="1">
            <a:off x="7072829" y="4607555"/>
            <a:ext cx="2610481" cy="504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D370F3-7718-504D-9C4D-5340754880DB}"/>
              </a:ext>
            </a:extLst>
          </p:cNvPr>
          <p:cNvSpPr/>
          <p:nvPr/>
        </p:nvSpPr>
        <p:spPr>
          <a:xfrm flipH="1">
            <a:off x="1896566" y="2786344"/>
            <a:ext cx="2610481" cy="188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CA07680-CFA7-8A72-BF2E-DEB31F7755A0}"/>
              </a:ext>
            </a:extLst>
          </p:cNvPr>
          <p:cNvSpPr/>
          <p:nvPr/>
        </p:nvSpPr>
        <p:spPr>
          <a:xfrm flipH="1">
            <a:off x="1896565" y="4592470"/>
            <a:ext cx="2610481" cy="155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A69A4B-6503-7C18-2FC6-9FD6EA8B00CE}"/>
              </a:ext>
            </a:extLst>
          </p:cNvPr>
          <p:cNvSpPr/>
          <p:nvPr/>
        </p:nvSpPr>
        <p:spPr>
          <a:xfrm flipH="1">
            <a:off x="1896564" y="6311471"/>
            <a:ext cx="2610481" cy="155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359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67488"/>
            <a:ext cx="8924039" cy="487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ColorTemp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Gamma1: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41h 58h=6588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7Ch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=(2.24*100)-100=7Ch(124)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Gamma2: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41h 56h =6586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A2h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=(2.62*100)-100= A2h(162)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6D0E565-3958-9D88-C5F9-4A2AD323C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36" t="31968" r="28711" b="42822"/>
          <a:stretch/>
        </p:blipFill>
        <p:spPr>
          <a:xfrm>
            <a:off x="5822413" y="0"/>
            <a:ext cx="4083587" cy="278634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6196984" y="1025480"/>
            <a:ext cx="3624524" cy="1760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版面配置區 6">
            <a:extLst>
              <a:ext uri="{FF2B5EF4-FFF2-40B4-BE49-F238E27FC236}">
                <a16:creationId xmlns:a16="http://schemas.microsoft.com/office/drawing/2014/main" id="{FF6A61ED-16B9-5474-C904-842DFE9B3933}"/>
              </a:ext>
            </a:extLst>
          </p:cNvPr>
          <p:cNvSpPr txBox="1"/>
          <p:nvPr/>
        </p:nvSpPr>
        <p:spPr>
          <a:xfrm>
            <a:off x="7316417" y="1805847"/>
            <a:ext cx="602252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224</a:t>
            </a:r>
          </a:p>
        </p:txBody>
      </p:sp>
      <p:sp>
        <p:nvSpPr>
          <p:cNvPr id="6" name="文字版面配置區 6">
            <a:extLst>
              <a:ext uri="{FF2B5EF4-FFF2-40B4-BE49-F238E27FC236}">
                <a16:creationId xmlns:a16="http://schemas.microsoft.com/office/drawing/2014/main" id="{88438C30-23F9-B325-1C33-236EBCC794BD}"/>
              </a:ext>
            </a:extLst>
          </p:cNvPr>
          <p:cNvSpPr txBox="1"/>
          <p:nvPr/>
        </p:nvSpPr>
        <p:spPr>
          <a:xfrm>
            <a:off x="9219257" y="1567603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6588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C87900F1-5DE0-D1F6-5A25-CF2213DE59FF}"/>
              </a:ext>
            </a:extLst>
          </p:cNvPr>
          <p:cNvSpPr txBox="1"/>
          <p:nvPr/>
        </p:nvSpPr>
        <p:spPr>
          <a:xfrm>
            <a:off x="9224755" y="2151498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6586</a:t>
            </a:r>
          </a:p>
        </p:txBody>
      </p:sp>
      <p:sp>
        <p:nvSpPr>
          <p:cNvPr id="9" name="文字版面配置區 6">
            <a:extLst>
              <a:ext uri="{FF2B5EF4-FFF2-40B4-BE49-F238E27FC236}">
                <a16:creationId xmlns:a16="http://schemas.microsoft.com/office/drawing/2014/main" id="{38381C39-DCF6-4446-ED0C-7530CDEE80B9}"/>
              </a:ext>
            </a:extLst>
          </p:cNvPr>
          <p:cNvSpPr txBox="1"/>
          <p:nvPr/>
        </p:nvSpPr>
        <p:spPr>
          <a:xfrm>
            <a:off x="7316417" y="233327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262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605CAC7-699C-1624-FD61-2DB5459AD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61" y="5132257"/>
            <a:ext cx="4382112" cy="84784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FBB8A0E-A340-968B-AFF8-794DED305F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576"/>
          <a:stretch/>
        </p:blipFill>
        <p:spPr>
          <a:xfrm>
            <a:off x="4916493" y="2892382"/>
            <a:ext cx="4989507" cy="334522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AD6C3B2-790D-9BDE-713E-8047EEB26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97" y="3036513"/>
            <a:ext cx="4239303" cy="85944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7017744" y="5132257"/>
            <a:ext cx="2803764" cy="42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CF4EA1-D111-02AA-B04F-32E105521AB1}"/>
              </a:ext>
            </a:extLst>
          </p:cNvPr>
          <p:cNvSpPr/>
          <p:nvPr/>
        </p:nvSpPr>
        <p:spPr>
          <a:xfrm flipH="1">
            <a:off x="2170323" y="3580482"/>
            <a:ext cx="2634812" cy="132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05FC51-3174-36FE-1D83-39C6150C65B1}"/>
              </a:ext>
            </a:extLst>
          </p:cNvPr>
          <p:cNvSpPr/>
          <p:nvPr/>
        </p:nvSpPr>
        <p:spPr>
          <a:xfrm flipH="1">
            <a:off x="2170323" y="5657272"/>
            <a:ext cx="2634812" cy="132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534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6F3F0ACE-B27C-0995-90BA-0DD01A7AF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91" t="31011" r="25820" b="45381"/>
          <a:stretch/>
        </p:blipFill>
        <p:spPr>
          <a:xfrm>
            <a:off x="6012751" y="284896"/>
            <a:ext cx="3811836" cy="24841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67488"/>
            <a:ext cx="8924039" cy="487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ColorTemp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Gamma1:DICOM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41h 03h=6503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44h(6500K)=(16.8*10)-100=44h(68)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6196984" y="1025480"/>
            <a:ext cx="3624524" cy="1760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C87900F1-5DE0-D1F6-5A25-CF2213DE59FF}"/>
              </a:ext>
            </a:extLst>
          </p:cNvPr>
          <p:cNvSpPr txBox="1"/>
          <p:nvPr/>
        </p:nvSpPr>
        <p:spPr>
          <a:xfrm>
            <a:off x="9265698" y="2080179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6503</a:t>
            </a:r>
          </a:p>
        </p:txBody>
      </p:sp>
      <p:sp>
        <p:nvSpPr>
          <p:cNvPr id="9" name="文字版面配置區 6">
            <a:extLst>
              <a:ext uri="{FF2B5EF4-FFF2-40B4-BE49-F238E27FC236}">
                <a16:creationId xmlns:a16="http://schemas.microsoft.com/office/drawing/2014/main" id="{38381C39-DCF6-4446-ED0C-7530CDEE80B9}"/>
              </a:ext>
            </a:extLst>
          </p:cNvPr>
          <p:cNvSpPr txBox="1"/>
          <p:nvPr/>
        </p:nvSpPr>
        <p:spPr>
          <a:xfrm>
            <a:off x="7411246" y="2288177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168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FBB8A0E-A340-968B-AFF8-794DED305F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576"/>
          <a:stretch/>
        </p:blipFill>
        <p:spPr>
          <a:xfrm>
            <a:off x="4916493" y="2892382"/>
            <a:ext cx="4989507" cy="334522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7017744" y="5132257"/>
            <a:ext cx="2803764" cy="42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52C1651-752F-4124-883B-EF0503965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72" y="3093725"/>
            <a:ext cx="4593722" cy="100455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028D47B-AC43-A43C-1A2E-C85450769E02}"/>
              </a:ext>
            </a:extLst>
          </p:cNvPr>
          <p:cNvSpPr/>
          <p:nvPr/>
        </p:nvSpPr>
        <p:spPr>
          <a:xfrm flipH="1">
            <a:off x="1916935" y="3723701"/>
            <a:ext cx="2731267" cy="154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606814-C23D-696B-0696-D171D76CB499}"/>
              </a:ext>
            </a:extLst>
          </p:cNvPr>
          <p:cNvSpPr/>
          <p:nvPr/>
        </p:nvSpPr>
        <p:spPr>
          <a:xfrm flipH="1">
            <a:off x="7017744" y="4010208"/>
            <a:ext cx="2803764" cy="42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912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231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57181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909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新增了基於物理接口綁定的視窗定位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註冊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randr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事件讓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可以在調整解析度、相對位置時自動觸發重定位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Processing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提示難產，正在重構渲染事件循環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590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順利讓對應選項轉圈圈顯示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Processing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Screencast">
            <a:hlinkClick r:id="" action="ppaction://media"/>
            <a:extLst>
              <a:ext uri="{FF2B5EF4-FFF2-40B4-BE49-F238E27FC236}">
                <a16:creationId xmlns:a16="http://schemas.microsoft.com/office/drawing/2014/main" id="{5B97E370-4A0B-4EAC-81E3-02D9F7E5037F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7934.361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58958" y="1717040"/>
            <a:ext cx="3373886" cy="454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1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223709</TotalTime>
  <Words>1106</Words>
  <Application>Microsoft Office PowerPoint</Application>
  <PresentationFormat>A4 紙張 (210x297 公釐)</PresentationFormat>
  <Paragraphs>279</Paragraphs>
  <Slides>18</Slides>
  <Notes>18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Noto Sans Symbols</vt:lpstr>
      <vt:lpstr>新細明體</vt:lpstr>
      <vt:lpstr>標楷體</vt:lpstr>
      <vt:lpstr>Arial</vt:lpstr>
      <vt:lpstr>Calibri</vt:lpstr>
      <vt:lpstr>Consolas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上次進度：Membrane Key</vt:lpstr>
      <vt:lpstr>本次進度：Membrane Key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2257</cp:revision>
  <dcterms:created xsi:type="dcterms:W3CDTF">2003-02-17T16:04:03Z</dcterms:created>
  <dcterms:modified xsi:type="dcterms:W3CDTF">2026-05-26T06:07:28Z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