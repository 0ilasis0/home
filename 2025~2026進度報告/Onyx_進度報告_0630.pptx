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6"/>
  </p:notesMasterIdLst>
  <p:sldIdLst>
    <p:sldId id="277" r:id="rId2"/>
    <p:sldId id="1936" r:id="rId3"/>
    <p:sldId id="1784" r:id="rId4"/>
    <p:sldId id="1930" r:id="rId5"/>
    <p:sldId id="1931" r:id="rId6"/>
    <p:sldId id="1932" r:id="rId7"/>
    <p:sldId id="1933" r:id="rId8"/>
    <p:sldId id="1934" r:id="rId9"/>
    <p:sldId id="1941" r:id="rId10"/>
    <p:sldId id="1940" r:id="rId11"/>
    <p:sldId id="1939" r:id="rId12"/>
    <p:sldId id="1937" r:id="rId13"/>
    <p:sldId id="1938" r:id="rId14"/>
    <p:sldId id="286" r:id="rId15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936"/>
            <p14:sldId id="1784"/>
            <p14:sldId id="1930"/>
            <p14:sldId id="1931"/>
            <p14:sldId id="1932"/>
            <p14:sldId id="1933"/>
            <p14:sldId id="1934"/>
            <p14:sldId id="1941"/>
            <p14:sldId id="1940"/>
            <p14:sldId id="1939"/>
            <p14:sldId id="1937"/>
            <p14:sldId id="1938"/>
          </p14:sldIdLst>
        </p14:section>
        <p14:section name="JS1500" id="{F71E69A4-C86C-4DAC-B828-42C2D8800267}">
          <p14:sldIdLst/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C0"/>
    <a:srgbClr val="FF9900"/>
    <a:srgbClr val="FFC000"/>
    <a:srgbClr val="FFFFFF"/>
    <a:srgbClr val="00B05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8545" autoAdjust="0"/>
  </p:normalViewPr>
  <p:slideViewPr>
    <p:cSldViewPr snapToGrid="0">
      <p:cViewPr varScale="1">
        <p:scale>
          <a:sx n="110" d="100"/>
          <a:sy n="110" d="100"/>
        </p:scale>
        <p:origin x="1416" y="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296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86583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92749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6989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1508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93478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39667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68893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99109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730355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8738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14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根據第五期計畫書中內容進行開發，以下分別為階段一目標和當前開發進度及優先序。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506968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集成電路控制板。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245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59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217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根據第五期計畫書中內容進行開發，以下分別為階段二目標和當前開發進度及優先序。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059150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隨身碟裝置。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末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08854"/>
              </p:ext>
            </p:extLst>
          </p:nvPr>
        </p:nvGraphicFramePr>
        <p:xfrm>
          <a:off x="5604934" y="2353858"/>
          <a:ext cx="4022658" cy="2553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階段五期末報告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213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0"/>
            <a:ext cx="8924039" cy="1427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MCU(Flash)-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(5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+3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組色溫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有遇到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驗證結束螢幕會呈現水彩。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問題出在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在燒入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時必須先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Erase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全部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gamma_LUT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，才可以燒入新的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進去。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E74CD99-5A02-9475-AB4E-2022FED4FA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89" b="12247"/>
          <a:stretch/>
        </p:blipFill>
        <p:spPr>
          <a:xfrm>
            <a:off x="280738" y="2898160"/>
            <a:ext cx="4628842" cy="273847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9A930A5-769E-1097-9A11-CE5942939A91}"/>
              </a:ext>
            </a:extLst>
          </p:cNvPr>
          <p:cNvSpPr/>
          <p:nvPr/>
        </p:nvSpPr>
        <p:spPr>
          <a:xfrm flipH="1">
            <a:off x="280738" y="5017503"/>
            <a:ext cx="3714750" cy="6191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243AA3-9093-F522-6F78-8FD785AA42B9}"/>
              </a:ext>
            </a:extLst>
          </p:cNvPr>
          <p:cNvSpPr/>
          <p:nvPr/>
        </p:nvSpPr>
        <p:spPr>
          <a:xfrm flipH="1">
            <a:off x="280738" y="3586732"/>
            <a:ext cx="2638960" cy="7421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4DE39DEB-D37A-CBF3-42F4-2C3F2A859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2898160"/>
            <a:ext cx="4252538" cy="319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280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0"/>
            <a:ext cx="8924039" cy="1427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MCU(Flash)-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(5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+3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組色溫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Gamma_Erase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，在燒入前清除一次。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70F414A-2D4D-9CFC-9D1B-5D1A63AC9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2" y="1948792"/>
            <a:ext cx="5296639" cy="221963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9B430FC-5903-0D9C-EC67-E129AF089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2" y="4299997"/>
            <a:ext cx="4920264" cy="103412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AA322EF-7433-B761-5FE2-C1623AF278BD}"/>
              </a:ext>
            </a:extLst>
          </p:cNvPr>
          <p:cNvSpPr/>
          <p:nvPr/>
        </p:nvSpPr>
        <p:spPr>
          <a:xfrm flipH="1">
            <a:off x="2890906" y="2776835"/>
            <a:ext cx="2447448" cy="297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038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0"/>
            <a:ext cx="8924039" cy="1427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MARS_922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溝通測試。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示波器量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I2C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只接上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時，發現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會不斷的打訊號出來。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右邊的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圖顯示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I2C</a:t>
            </a:r>
            <a:r>
              <a:rPr lang="zh-TW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偵測到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busy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，所以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TX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Fail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A6194DA-26F9-E7EB-9F69-D5E23E39FC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47" t="18031" r="25209" b="18349"/>
          <a:stretch/>
        </p:blipFill>
        <p:spPr>
          <a:xfrm>
            <a:off x="609602" y="2551012"/>
            <a:ext cx="3734789" cy="282277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AA322EF-7433-B761-5FE2-C1623AF278BD}"/>
              </a:ext>
            </a:extLst>
          </p:cNvPr>
          <p:cNvSpPr/>
          <p:nvPr/>
        </p:nvSpPr>
        <p:spPr>
          <a:xfrm flipH="1">
            <a:off x="768361" y="2921700"/>
            <a:ext cx="2871822" cy="7032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B72792-F0A3-B86A-5B3C-A12D4E026683}"/>
              </a:ext>
            </a:extLst>
          </p:cNvPr>
          <p:cNvSpPr/>
          <p:nvPr/>
        </p:nvSpPr>
        <p:spPr>
          <a:xfrm flipH="1">
            <a:off x="768361" y="3703320"/>
            <a:ext cx="2871822" cy="292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8F7987AE-BF6E-7693-AD33-C83FCF10439A}"/>
              </a:ext>
            </a:extLst>
          </p:cNvPr>
          <p:cNvCxnSpPr/>
          <p:nvPr/>
        </p:nvCxnSpPr>
        <p:spPr>
          <a:xfrm>
            <a:off x="3640183" y="3302726"/>
            <a:ext cx="10537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D39BF3C6-BCC6-9B83-2B21-A511D6350BF3}"/>
              </a:ext>
            </a:extLst>
          </p:cNvPr>
          <p:cNvCxnSpPr/>
          <p:nvPr/>
        </p:nvCxnSpPr>
        <p:spPr>
          <a:xfrm>
            <a:off x="3640183" y="3820886"/>
            <a:ext cx="10537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F6621CA5-E5CA-8AEB-0E3A-D46F040E8B11}"/>
              </a:ext>
            </a:extLst>
          </p:cNvPr>
          <p:cNvSpPr/>
          <p:nvPr/>
        </p:nvSpPr>
        <p:spPr>
          <a:xfrm>
            <a:off x="4693920" y="3173376"/>
            <a:ext cx="482824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SCL</a:t>
            </a:r>
            <a:endParaRPr lang="zh-TW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57328F-707E-0337-2360-3945D12F215B}"/>
              </a:ext>
            </a:extLst>
          </p:cNvPr>
          <p:cNvSpPr/>
          <p:nvPr/>
        </p:nvSpPr>
        <p:spPr>
          <a:xfrm>
            <a:off x="4685103" y="3682386"/>
            <a:ext cx="500458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SDA</a:t>
            </a:r>
            <a:endParaRPr lang="zh-TW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20DEBF-76D1-7A67-0DE4-C25D4DF6E21B}"/>
              </a:ext>
            </a:extLst>
          </p:cNvPr>
          <p:cNvSpPr/>
          <p:nvPr/>
        </p:nvSpPr>
        <p:spPr>
          <a:xfrm>
            <a:off x="5496294" y="2998808"/>
            <a:ext cx="1323703" cy="6261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MCU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8CE98B-30D8-F3E5-31EE-F168E15E68A4}"/>
              </a:ext>
            </a:extLst>
          </p:cNvPr>
          <p:cNvSpPr/>
          <p:nvPr/>
        </p:nvSpPr>
        <p:spPr>
          <a:xfrm>
            <a:off x="7950789" y="2998808"/>
            <a:ext cx="1323703" cy="6261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MARS_922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FFFE3677-A1E6-8D8D-EFA1-FEF44536BF9F}"/>
              </a:ext>
            </a:extLst>
          </p:cNvPr>
          <p:cNvCxnSpPr/>
          <p:nvPr/>
        </p:nvCxnSpPr>
        <p:spPr>
          <a:xfrm>
            <a:off x="6819997" y="3173376"/>
            <a:ext cx="11307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04182E7C-7E12-0A50-3147-7D3C4E37F373}"/>
              </a:ext>
            </a:extLst>
          </p:cNvPr>
          <p:cNvCxnSpPr/>
          <p:nvPr/>
        </p:nvCxnSpPr>
        <p:spPr>
          <a:xfrm flipH="1">
            <a:off x="6819997" y="3450375"/>
            <a:ext cx="1130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0A4A4572-EBF4-198B-239F-3DEE8DE8C650}"/>
              </a:ext>
            </a:extLst>
          </p:cNvPr>
          <p:cNvSpPr/>
          <p:nvPr/>
        </p:nvSpPr>
        <p:spPr>
          <a:xfrm>
            <a:off x="5803940" y="2725390"/>
            <a:ext cx="612667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  <a:endParaRPr lang="zh-TW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EBE67FC-E559-868A-3493-126244FDEF7C}"/>
              </a:ext>
            </a:extLst>
          </p:cNvPr>
          <p:cNvSpPr/>
          <p:nvPr/>
        </p:nvSpPr>
        <p:spPr>
          <a:xfrm>
            <a:off x="8348785" y="2735268"/>
            <a:ext cx="527709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Slave</a:t>
            </a:r>
            <a:endParaRPr lang="zh-TW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E84618DE-BA38-7AEE-8C4F-21FC63F23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7089" y="1037590"/>
            <a:ext cx="2576552" cy="1098202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CE34BE55-E9AD-7660-B4A4-C620BBB512E4}"/>
              </a:ext>
            </a:extLst>
          </p:cNvPr>
          <p:cNvSpPr/>
          <p:nvPr/>
        </p:nvSpPr>
        <p:spPr>
          <a:xfrm flipH="1">
            <a:off x="6957088" y="1570990"/>
            <a:ext cx="1516352" cy="300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305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89"/>
            <a:ext cx="8924039" cy="2334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MARS_922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溝通測試。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嘗試用二極體單向隔離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的訊號後，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端的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BUSY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就解除了，這證實干擾源就是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板子一直在輸出訊號。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二極體測試，負端接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、正端接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右邊的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圖顯示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I2C</a:t>
            </a:r>
            <a:r>
              <a:rPr lang="zh-TW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沒有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busy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，但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TX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Fail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A510FE6-436B-2EF0-FBE3-73DDA9703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907" y="2204793"/>
            <a:ext cx="3180126" cy="1294676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CE34BE55-E9AD-7660-B4A4-C620BBB512E4}"/>
              </a:ext>
            </a:extLst>
          </p:cNvPr>
          <p:cNvSpPr/>
          <p:nvPr/>
        </p:nvSpPr>
        <p:spPr>
          <a:xfrm flipH="1">
            <a:off x="6652907" y="2852131"/>
            <a:ext cx="1803116" cy="3964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049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0"/>
            <a:ext cx="8924039" cy="157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打通與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MARS_922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的溝通。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AdBoard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I2C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單獨接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FW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裡面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Delay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拿掉後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I2C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就可以通，判斷可能是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Handshaking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的問題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確定收到正確的封包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B6CB1FA-4F0F-9D75-C8DA-8D67F277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661" y="2156279"/>
            <a:ext cx="2939141" cy="3901710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CE34BE55-E9AD-7660-B4A4-C620BBB512E4}"/>
              </a:ext>
            </a:extLst>
          </p:cNvPr>
          <p:cNvSpPr/>
          <p:nvPr/>
        </p:nvSpPr>
        <p:spPr>
          <a:xfrm flipH="1">
            <a:off x="5747661" y="5735027"/>
            <a:ext cx="1803116" cy="3229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324FFA3-1774-3016-026F-164B1165C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06" y="5361252"/>
            <a:ext cx="4115374" cy="94310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0C14008-6E2B-7B69-EF82-63A44C8D6B89}"/>
              </a:ext>
            </a:extLst>
          </p:cNvPr>
          <p:cNvSpPr/>
          <p:nvPr/>
        </p:nvSpPr>
        <p:spPr>
          <a:xfrm flipH="1">
            <a:off x="122306" y="5896508"/>
            <a:ext cx="3907585" cy="3229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B5D025B8-8773-0E8B-D3F1-1ADDB0E8C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790" y="2452370"/>
            <a:ext cx="3570558" cy="2908882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03324AB8-E143-49E7-47DE-11A22782D3DE}"/>
              </a:ext>
            </a:extLst>
          </p:cNvPr>
          <p:cNvSpPr/>
          <p:nvPr/>
        </p:nvSpPr>
        <p:spPr>
          <a:xfrm flipH="1">
            <a:off x="609601" y="4825996"/>
            <a:ext cx="2960913" cy="5352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276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0"/>
            <a:ext cx="8924039" cy="157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打通與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MARS_922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的溝通。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新增三組色溫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&amp;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通道燒入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量到的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vecter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修改燒入邏輯，量完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9300K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時，在全部燒入。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2A3ACD44-B757-5D43-1238-D171D945B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9" y="2743200"/>
            <a:ext cx="4145782" cy="35052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9B0511AE-37F6-F7E9-A32A-BDF43EFDD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307" y="5612153"/>
            <a:ext cx="2743583" cy="704948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6AE8AC2F-344A-2AA8-03FA-DCA4BCA809D1}"/>
              </a:ext>
            </a:extLst>
          </p:cNvPr>
          <p:cNvSpPr/>
          <p:nvPr/>
        </p:nvSpPr>
        <p:spPr>
          <a:xfrm flipH="1">
            <a:off x="236225" y="4860127"/>
            <a:ext cx="3986857" cy="19084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EECC0B-FBE1-A46A-974E-C191D5BF15D2}"/>
              </a:ext>
            </a:extLst>
          </p:cNvPr>
          <p:cNvSpPr/>
          <p:nvPr/>
        </p:nvSpPr>
        <p:spPr>
          <a:xfrm flipH="1">
            <a:off x="5259976" y="5820409"/>
            <a:ext cx="1872344" cy="46717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B7AD25-8137-925C-B430-3235458CBCF3}"/>
              </a:ext>
            </a:extLst>
          </p:cNvPr>
          <p:cNvSpPr/>
          <p:nvPr/>
        </p:nvSpPr>
        <p:spPr>
          <a:xfrm>
            <a:off x="5459795" y="5304376"/>
            <a:ext cx="158889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b="0" cap="none" spc="0" dirty="0">
                <a:ln w="0"/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Tool</a:t>
            </a:r>
            <a:r>
              <a:rPr lang="zh-TW" altLang="en-US" b="0" cap="none" spc="0" dirty="0">
                <a:ln w="0"/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燒入</a:t>
            </a:r>
            <a:r>
              <a:rPr lang="en-US" altLang="zh-TW" b="0" cap="none" spc="0" dirty="0" err="1">
                <a:ln w="0"/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AdBoard</a:t>
            </a:r>
            <a:endParaRPr lang="zh-TW" altLang="en-US" b="0" cap="none" spc="0" dirty="0">
              <a:ln w="0"/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18BF9A-BF2A-4BE8-ED28-CF8BFABD80CC}"/>
              </a:ext>
            </a:extLst>
          </p:cNvPr>
          <p:cNvSpPr/>
          <p:nvPr/>
        </p:nvSpPr>
        <p:spPr>
          <a:xfrm>
            <a:off x="2660934" y="2435423"/>
            <a:ext cx="197201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ja-JP" b="0" cap="none" spc="0" dirty="0">
                <a:ln w="0"/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MCU</a:t>
            </a:r>
            <a:r>
              <a:rPr lang="zh-TW" altLang="en-US" b="0" cap="none" spc="0" dirty="0">
                <a:ln w="0"/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從</a:t>
            </a:r>
            <a:r>
              <a:rPr lang="en-US" altLang="zh-TW" b="0" cap="none" spc="0" dirty="0" err="1">
                <a:ln w="0"/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AdBoard</a:t>
            </a:r>
            <a:r>
              <a:rPr lang="zh-TW" altLang="en-US" b="0" cap="none" spc="0" dirty="0">
                <a:ln w="0"/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讀出來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7C1C50F-47B3-C3AB-5A85-47BCE3B2A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6624" y="1825081"/>
            <a:ext cx="4652076" cy="343232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D5FA48F-62B4-E33F-B8B1-82A08C77073E}"/>
              </a:ext>
            </a:extLst>
          </p:cNvPr>
          <p:cNvSpPr/>
          <p:nvPr/>
        </p:nvSpPr>
        <p:spPr>
          <a:xfrm flipH="1">
            <a:off x="236226" y="4547362"/>
            <a:ext cx="4068881" cy="17010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9FDF0AF-1758-FBE9-0216-CE9D4212D7AC}"/>
              </a:ext>
            </a:extLst>
          </p:cNvPr>
          <p:cNvSpPr/>
          <p:nvPr/>
        </p:nvSpPr>
        <p:spPr>
          <a:xfrm flipH="1">
            <a:off x="5176622" y="1795568"/>
            <a:ext cx="3986857" cy="215812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2C8617-5DA5-AF2D-BD15-8FF2A5A86C9B}"/>
              </a:ext>
            </a:extLst>
          </p:cNvPr>
          <p:cNvSpPr/>
          <p:nvPr/>
        </p:nvSpPr>
        <p:spPr>
          <a:xfrm flipH="1">
            <a:off x="5176619" y="3953691"/>
            <a:ext cx="4652074" cy="11424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946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89"/>
            <a:ext cx="8924039" cy="168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打通與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MARS_922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的溝通。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時因為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MARS922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Slave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Master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腳位是分開的，所以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這邊有改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i2c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的腳位。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修改一組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MARS(Master)</a:t>
            </a:r>
            <a:r>
              <a:rPr lang="ja-JP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MCU(Slave)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8E0B3AFC-76B3-ED44-F7D9-1E19E20C3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76" y="2649211"/>
            <a:ext cx="4855112" cy="2346637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F41994B-6803-C430-31EC-953CBC478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006" y="2523195"/>
            <a:ext cx="4786518" cy="234663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0C14008-6E2B-7B69-EF82-63A44C8D6B89}"/>
              </a:ext>
            </a:extLst>
          </p:cNvPr>
          <p:cNvSpPr/>
          <p:nvPr/>
        </p:nvSpPr>
        <p:spPr>
          <a:xfrm flipH="1">
            <a:off x="984067" y="3247054"/>
            <a:ext cx="960255" cy="7588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FABB5FF-5020-2F51-D7FE-49584F41909E}"/>
              </a:ext>
            </a:extLst>
          </p:cNvPr>
          <p:cNvSpPr/>
          <p:nvPr/>
        </p:nvSpPr>
        <p:spPr>
          <a:xfrm flipH="1">
            <a:off x="3108960" y="4005944"/>
            <a:ext cx="1398210" cy="8508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7AE69B-9027-66EB-0BFD-D5446E26AD1C}"/>
              </a:ext>
            </a:extLst>
          </p:cNvPr>
          <p:cNvSpPr/>
          <p:nvPr/>
        </p:nvSpPr>
        <p:spPr>
          <a:xfrm flipH="1">
            <a:off x="7406615" y="3830170"/>
            <a:ext cx="2008403" cy="1039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6D62F84-44CE-6CDE-911B-FA18DE3663F5}"/>
              </a:ext>
            </a:extLst>
          </p:cNvPr>
          <p:cNvSpPr/>
          <p:nvPr/>
        </p:nvSpPr>
        <p:spPr>
          <a:xfrm flipH="1">
            <a:off x="5839177" y="3201086"/>
            <a:ext cx="1043527" cy="804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59E8D785-484F-DDF7-8785-4AF480210C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86"/>
          <a:stretch/>
        </p:blipFill>
        <p:spPr>
          <a:xfrm>
            <a:off x="333912" y="5334862"/>
            <a:ext cx="2775048" cy="913538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8F7B37C5-CC7F-DA2E-2602-FDB1402C9E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7266" y="5015957"/>
            <a:ext cx="4023398" cy="1407503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126A1D1C-36C6-3239-EF39-A0BB7EFE8DFD}"/>
              </a:ext>
            </a:extLst>
          </p:cNvPr>
          <p:cNvSpPr/>
          <p:nvPr/>
        </p:nvSpPr>
        <p:spPr>
          <a:xfrm flipH="1">
            <a:off x="316458" y="5686696"/>
            <a:ext cx="2487702" cy="4855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EEBB8C2-77D8-0778-78BA-18789C0E4B6D}"/>
              </a:ext>
            </a:extLst>
          </p:cNvPr>
          <p:cNvSpPr/>
          <p:nvPr/>
        </p:nvSpPr>
        <p:spPr>
          <a:xfrm flipH="1">
            <a:off x="3808065" y="5820411"/>
            <a:ext cx="2487702" cy="2427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575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0"/>
            <a:ext cx="8924039" cy="157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打通與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MARS_922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的溝通。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-LUT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大小，自動切換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FHD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415C77C-7FD1-1685-D59A-319F56DE8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996" y="554637"/>
            <a:ext cx="4246004" cy="141533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0C14008-6E2B-7B69-EF82-63A44C8D6B89}"/>
              </a:ext>
            </a:extLst>
          </p:cNvPr>
          <p:cNvSpPr/>
          <p:nvPr/>
        </p:nvSpPr>
        <p:spPr>
          <a:xfrm flipH="1">
            <a:off x="5659994" y="625464"/>
            <a:ext cx="4069893" cy="6561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910D9FE-BC0C-CEFE-3E1C-8E9C126A30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9" t="40784"/>
          <a:stretch/>
        </p:blipFill>
        <p:spPr>
          <a:xfrm>
            <a:off x="603599" y="2133599"/>
            <a:ext cx="3441839" cy="7232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F3EC1F37-DB37-E61D-4BC8-5ACF05C938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8422"/>
          <a:stretch/>
        </p:blipFill>
        <p:spPr>
          <a:xfrm>
            <a:off x="484978" y="2951577"/>
            <a:ext cx="4468022" cy="723200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CE34BE55-E9AD-7660-B4A4-C620BBB512E4}"/>
              </a:ext>
            </a:extLst>
          </p:cNvPr>
          <p:cNvSpPr/>
          <p:nvPr/>
        </p:nvSpPr>
        <p:spPr>
          <a:xfrm flipH="1">
            <a:off x="603599" y="2419745"/>
            <a:ext cx="2603862" cy="3229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660131-A189-18F8-269B-081F5904E837}"/>
              </a:ext>
            </a:extLst>
          </p:cNvPr>
          <p:cNvSpPr/>
          <p:nvPr/>
        </p:nvSpPr>
        <p:spPr>
          <a:xfrm flipH="1">
            <a:off x="603597" y="3291839"/>
            <a:ext cx="3291839" cy="3135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418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根據第五期計畫書中內容進行開發，以下分別為階段一目標和當前開發進度及優先序。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集成電路控制板。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245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59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7821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根據第五期計畫書中內容進行開發，以下分別為階段二目標和當前開發進度及優先序。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隨身碟裝置。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末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2553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階段五期末報告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213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1185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258412</TotalTime>
  <Words>831</Words>
  <Application>Microsoft Office PowerPoint</Application>
  <PresentationFormat>A4 紙張 (210x297 公釐)</PresentationFormat>
  <Paragraphs>137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Noto Sans Symbols</vt:lpstr>
      <vt:lpstr>標楷體</vt:lpstr>
      <vt:lpstr>Arial</vt:lpstr>
      <vt:lpstr>Calibri</vt:lpstr>
      <vt:lpstr>Times New Roman</vt:lpstr>
      <vt:lpstr>template</vt:lpstr>
      <vt:lpstr>Progress Report</vt:lpstr>
      <vt:lpstr>本次進度: Monitor</vt:lpstr>
      <vt:lpstr>本次進度: Monitor</vt:lpstr>
      <vt:lpstr>上次進度: Monitor</vt:lpstr>
      <vt:lpstr>上次進度: Monitor</vt:lpstr>
      <vt:lpstr>上次進度: Monitor</vt:lpstr>
      <vt:lpstr>上次進度: Monitor</vt:lpstr>
      <vt:lpstr>本次進度: Monitor</vt:lpstr>
      <vt:lpstr>本次進度: Monitor</vt:lpstr>
      <vt:lpstr>本次進度: Monitor</vt:lpstr>
      <vt:lpstr>本次進度: Monitor</vt:lpstr>
      <vt:lpstr>下次進度: Monitor</vt:lpstr>
      <vt:lpstr>下次進度: Monitor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宏德 林</cp:lastModifiedBy>
  <cp:revision>2281</cp:revision>
  <dcterms:created xsi:type="dcterms:W3CDTF">2003-02-17T16:04:03Z</dcterms:created>
  <dcterms:modified xsi:type="dcterms:W3CDTF">2026-06-30T05:46:02Z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