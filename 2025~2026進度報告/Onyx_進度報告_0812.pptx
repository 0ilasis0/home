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5"/>
  </p:notesMasterIdLst>
  <p:sldIdLst>
    <p:sldId id="277" r:id="rId2"/>
    <p:sldId id="1733" r:id="rId3"/>
    <p:sldId id="1734" r:id="rId4"/>
    <p:sldId id="1735" r:id="rId5"/>
    <p:sldId id="1736" r:id="rId6"/>
    <p:sldId id="1737" r:id="rId7"/>
    <p:sldId id="1738" r:id="rId8"/>
    <p:sldId id="1739" r:id="rId9"/>
    <p:sldId id="1731" r:id="rId10"/>
    <p:sldId id="1740" r:id="rId11"/>
    <p:sldId id="1742" r:id="rId12"/>
    <p:sldId id="1743" r:id="rId13"/>
    <p:sldId id="286" r:id="rId14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33"/>
            <p14:sldId id="1734"/>
            <p14:sldId id="1735"/>
            <p14:sldId id="1736"/>
            <p14:sldId id="1737"/>
            <p14:sldId id="1738"/>
            <p14:sldId id="1739"/>
            <p14:sldId id="1731"/>
          </p14:sldIdLst>
        </p14:section>
        <p14:section name="JS1500" id="{3F90DB17-D0DE-4CE1-9751-0249A1C3B38D}">
          <p14:sldIdLst>
            <p14:sldId id="1740"/>
            <p14:sldId id="1742"/>
            <p14:sldId id="1743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2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9900"/>
    <a:srgbClr val="00B050"/>
    <a:srgbClr val="FFC000"/>
    <a:srgbClr val="0057C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1" autoAdjust="0"/>
    <p:restoredTop sz="95153" autoAdjust="0"/>
  </p:normalViewPr>
  <p:slideViewPr>
    <p:cSldViewPr snapToGrid="0">
      <p:cViewPr>
        <p:scale>
          <a:sx n="100" d="100"/>
          <a:sy n="100" d="100"/>
        </p:scale>
        <p:origin x="-66" y="46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1259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4524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1240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8159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5864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7328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4049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7572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5628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0239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8809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13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Guan-Ting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Self Calibration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調校功能協定建立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ALC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903808"/>
              </p:ext>
            </p:extLst>
          </p:nvPr>
        </p:nvGraphicFramePr>
        <p:xfrm>
          <a:off x="5604934" y="2353858"/>
          <a:ext cx="4022658" cy="4390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STM32F4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集成電路控制板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 </a:t>
                      </a:r>
                      <a:r>
                        <a:rPr lang="en-US" altLang="zh-TW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Command </a:t>
                      </a:r>
                      <a:r>
                        <a:rPr lang="zh-TW" alt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傳輸格式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、移植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Color Sensor)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Self Calibration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調校功能協定建立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ALC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3"/>
            <a:ext cx="4022658" cy="3897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61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7EAF88B7-7BA4-D157-4BFE-57490026B784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STM32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傳輸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(AD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Board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使用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i2c1)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目前測試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ONYX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指令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Brightness, Contrast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功能正常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struct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儲存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 Board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資訊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擴展指令格式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長度以及指令資料位置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8D7A6B6-CA74-49D6-92F3-325CE02158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31"/>
          <a:stretch/>
        </p:blipFill>
        <p:spPr>
          <a:xfrm>
            <a:off x="280281" y="3127247"/>
            <a:ext cx="3921988" cy="295488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EFCCC3A-9F11-4B0C-95C4-2FF438F55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995" y="3127247"/>
            <a:ext cx="4209697" cy="295488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2DB0E35A-6D50-4D96-8573-2A3C02B7BEB5}"/>
              </a:ext>
            </a:extLst>
          </p:cNvPr>
          <p:cNvSpPr/>
          <p:nvPr/>
        </p:nvSpPr>
        <p:spPr>
          <a:xfrm>
            <a:off x="3666743" y="3529584"/>
            <a:ext cx="517237" cy="2552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2A67DA-EF4A-4F6C-9547-F701DAACD4B4}"/>
              </a:ext>
            </a:extLst>
          </p:cNvPr>
          <p:cNvSpPr/>
          <p:nvPr/>
        </p:nvSpPr>
        <p:spPr>
          <a:xfrm>
            <a:off x="8503921" y="3459481"/>
            <a:ext cx="679771" cy="2622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B124D0E3-AB9F-4576-8E9D-A6906A860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238" y="335280"/>
            <a:ext cx="3024362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38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7EAF88B7-7BA4-D157-4BFE-57490026B784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移植溫度感測器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(STM32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i2c2)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將溫度感測器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adt7420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 Board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移植到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STM32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目前可以正常讀取溫度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3598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移位運算算出攝氏溫度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DBBEFFB-E195-4560-A508-226227A1A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46" y="3717113"/>
            <a:ext cx="5451051" cy="181701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D9F36CD-62A6-4307-993D-AC3985DDF56E}"/>
              </a:ext>
            </a:extLst>
          </p:cNvPr>
          <p:cNvSpPr/>
          <p:nvPr/>
        </p:nvSpPr>
        <p:spPr>
          <a:xfrm>
            <a:off x="496186" y="5138928"/>
            <a:ext cx="3966086" cy="395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BA4E15B-656A-4CEB-B05D-540F24034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476" y="2432102"/>
            <a:ext cx="4710338" cy="338348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CC3C1461-08CB-4F28-A397-9E10E3239866}"/>
              </a:ext>
            </a:extLst>
          </p:cNvPr>
          <p:cNvSpPr/>
          <p:nvPr/>
        </p:nvSpPr>
        <p:spPr>
          <a:xfrm>
            <a:off x="6703759" y="4941326"/>
            <a:ext cx="2440241" cy="773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28C21AF-7946-4022-A881-4BBE872277D5}"/>
              </a:ext>
            </a:extLst>
          </p:cNvPr>
          <p:cNvSpPr/>
          <p:nvPr/>
        </p:nvSpPr>
        <p:spPr>
          <a:xfrm>
            <a:off x="346246" y="3717113"/>
            <a:ext cx="961346" cy="2239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5371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7EAF88B7-7BA4-D157-4BFE-57490026B784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移植亮度感測器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(STM32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i2c3)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將溫度感測器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VEML6031X00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 Board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移植到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STM32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VEML6031X00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initial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需先關閉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sensor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再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initial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才會成功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(veml6046.c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有註解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Factory Tool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進行一樣的設定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IT(100ms)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RGB_GAIN(x1)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RESOLUTION(0.0420) at PD_DIV(2/2 PD USED)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數值矩陣運算得到色座標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x,y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:Y  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Lux = (0.0420 *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Green_count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* 0.87738 - 0.54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為了要結果與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i1Display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相似，學長推論的換算公式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F08812D-8F3B-4871-99A4-9FBB1A2BF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81" y="4715237"/>
            <a:ext cx="4372832" cy="63247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ADE525C-7BD4-435B-B037-3DE973E25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676" y="4715237"/>
            <a:ext cx="3981138" cy="42528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28C21AF-7946-4022-A881-4BBE872277D5}"/>
              </a:ext>
            </a:extLst>
          </p:cNvPr>
          <p:cNvSpPr/>
          <p:nvPr/>
        </p:nvSpPr>
        <p:spPr>
          <a:xfrm>
            <a:off x="4078247" y="4715236"/>
            <a:ext cx="576072" cy="6324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9F36CD-62A6-4307-993D-AC3985DDF56E}"/>
              </a:ext>
            </a:extLst>
          </p:cNvPr>
          <p:cNvSpPr/>
          <p:nvPr/>
        </p:nvSpPr>
        <p:spPr>
          <a:xfrm>
            <a:off x="5428676" y="4935430"/>
            <a:ext cx="3981138" cy="2126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1735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7EAF88B7-7BA4-D157-4BFE-57490026B784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ONYX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Command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傳輸格式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所有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ONYX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指令都使用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onyx_send_command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函式進行傳輸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ONYXCommandStyle.c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onyx_send_command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函式整合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checksum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以及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指令的解析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STM32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Command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的邏輯類似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Factory Tool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34109F2-E1E3-48ED-A0C1-7B9C38249D00}"/>
              </a:ext>
            </a:extLst>
          </p:cNvPr>
          <p:cNvSpPr txBox="1"/>
          <p:nvPr/>
        </p:nvSpPr>
        <p:spPr>
          <a:xfrm>
            <a:off x="4218040" y="3799228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Set Brightness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EF0B0D6-3572-47B0-AA4E-9FED2D43E250}"/>
              </a:ext>
            </a:extLst>
          </p:cNvPr>
          <p:cNvSpPr txBox="1"/>
          <p:nvPr/>
        </p:nvSpPr>
        <p:spPr>
          <a:xfrm>
            <a:off x="4163538" y="5953232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Get FW Version</a:t>
            </a:r>
            <a:endParaRPr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F847735D-7871-4A76-8337-FBE15313F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635" y="4248349"/>
            <a:ext cx="5754861" cy="1638055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30C9BB96-5B18-4CD2-9203-38C720F1A21C}"/>
              </a:ext>
            </a:extLst>
          </p:cNvPr>
          <p:cNvSpPr/>
          <p:nvPr/>
        </p:nvSpPr>
        <p:spPr>
          <a:xfrm>
            <a:off x="3831337" y="4242995"/>
            <a:ext cx="2322576" cy="2101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DC236B4A-4A45-487F-B842-856C1C1CB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635" y="3291741"/>
            <a:ext cx="5754861" cy="39470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D9F36CD-62A6-4307-993D-AC3985DDF56E}"/>
              </a:ext>
            </a:extLst>
          </p:cNvPr>
          <p:cNvSpPr/>
          <p:nvPr/>
        </p:nvSpPr>
        <p:spPr>
          <a:xfrm>
            <a:off x="4311419" y="3275515"/>
            <a:ext cx="1787629" cy="235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246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7EAF88B7-7BA4-D157-4BFE-57490026B784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目前完成進度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Board Info 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 Version, SN Number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以及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 Source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讀取正常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 Sensor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以及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Temperatur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Sensor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讀取正常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ONYX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指令進行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Brightness, Gamma, Color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Temp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交互測試正常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28C21AF-7946-4022-A881-4BBE872277D5}"/>
              </a:ext>
            </a:extLst>
          </p:cNvPr>
          <p:cNvSpPr/>
          <p:nvPr/>
        </p:nvSpPr>
        <p:spPr>
          <a:xfrm>
            <a:off x="4078247" y="4901185"/>
            <a:ext cx="576072" cy="2468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593F686-E750-417B-880E-516EF7520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147615"/>
            <a:ext cx="4623891" cy="346791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AC8142E-A97F-4A05-95C2-1522BAA3F8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15"/>
          <a:stretch/>
        </p:blipFill>
        <p:spPr>
          <a:xfrm>
            <a:off x="5823990" y="4119628"/>
            <a:ext cx="3694120" cy="102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083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7EAF88B7-7BA4-D157-4BFE-57490026B784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STM32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移植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功能，調整背光控制，並以示波器進行確認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SWM32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移植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GPIO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功能，增加畫面顯示進度條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功能以及相關指令確認後，進行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演算法移植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627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641078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Self Calibration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調校功能協定建立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ALC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095885"/>
              </p:ext>
            </p:extLst>
          </p:nvPr>
        </p:nvGraphicFramePr>
        <p:xfrm>
          <a:off x="5604934" y="2353858"/>
          <a:ext cx="4022658" cy="4390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STM32F4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集成電路控制板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(PWM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背光控制、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GPIO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進度條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Self Calibration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調校功能協定建立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ALC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3"/>
            <a:ext cx="4022658" cy="3897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70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457370"/>
              </p:ext>
            </p:extLst>
          </p:nvPr>
        </p:nvGraphicFramePr>
        <p:xfrm>
          <a:off x="570104" y="2311400"/>
          <a:ext cx="4903596" cy="3536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46839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19011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COM port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981650"/>
              </p:ext>
            </p:extLst>
          </p:nvPr>
        </p:nvGraphicFramePr>
        <p:xfrm>
          <a:off x="5604934" y="2353859"/>
          <a:ext cx="4022658" cy="3494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17209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5457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54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54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54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5457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420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97226"/>
              </p:ext>
            </p:extLst>
          </p:nvPr>
        </p:nvGraphicFramePr>
        <p:xfrm>
          <a:off x="570104" y="2311400"/>
          <a:ext cx="4903596" cy="3290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443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2976276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COM port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882516"/>
              </p:ext>
            </p:extLst>
          </p:nvPr>
        </p:nvGraphicFramePr>
        <p:xfrm>
          <a:off x="5604934" y="2353858"/>
          <a:ext cx="4022658" cy="3248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29386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58869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58869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COM port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8869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8869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886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017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根據計畫書中階段二內容進行開發，以下分別為階段二目標和當前開發進度及優先序。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382733"/>
              </p:ext>
            </p:extLst>
          </p:nvPr>
        </p:nvGraphicFramePr>
        <p:xfrm>
          <a:off x="570104" y="2311400"/>
          <a:ext cx="4903596" cy="3422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09547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352314"/>
              </p:ext>
            </p:extLst>
          </p:nvPr>
        </p:nvGraphicFramePr>
        <p:xfrm>
          <a:off x="5604934" y="2353858"/>
          <a:ext cx="4022658" cy="3380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1852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124727</TotalTime>
  <Words>886</Words>
  <Application>Microsoft Office PowerPoint</Application>
  <PresentationFormat>A4 紙張 (210x297 公釐)</PresentationFormat>
  <Paragraphs>191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Noto Sans Symbols</vt:lpstr>
      <vt:lpstr>新細明體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下次進度: Monitor</vt:lpstr>
      <vt:lpstr>下次進度: Monitor</vt:lpstr>
      <vt:lpstr>本次進度: JS1500</vt:lpstr>
      <vt:lpstr>本次進度: JS1500</vt:lpstr>
      <vt:lpstr>本次進度: JS1500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1317</cp:revision>
  <dcterms:created xsi:type="dcterms:W3CDTF">2003-02-17T16:04:03Z</dcterms:created>
  <dcterms:modified xsi:type="dcterms:W3CDTF">2025-08-12T06:03:03Z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